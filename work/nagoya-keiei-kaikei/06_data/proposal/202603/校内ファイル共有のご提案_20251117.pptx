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9" r:id="rId2"/>
    <p:sldId id="262" r:id="rId3"/>
    <p:sldId id="264" r:id="rId4"/>
    <p:sldId id="263" r:id="rId5"/>
    <p:sldId id="260" r:id="rId6"/>
  </p:sldIdLst>
  <p:sldSz cx="12192000" cy="6858000"/>
  <p:notesSz cx="6858000" cy="9144000"/>
  <p:defaultTextStyle>
    <a:defPPr>
      <a:defRPr lang="en-US"/>
    </a:defPPr>
    <a:lvl1pPr marL="0" lvl="0" algn="l" rtl="0">
      <a:defRPr lang="en-US" sz="1800" dirty="0">
        <a:solidFill>
          <a:schemeClr val="tx1"/>
        </a:solidFill>
        <a:latin typeface="+mn-lt"/>
      </a:defRPr>
    </a:lvl1pPr>
    <a:lvl2pPr marL="457200" lvl="1" algn="l" rtl="0">
      <a:defRPr lang="en-US" sz="1800" dirty="0">
        <a:solidFill>
          <a:schemeClr val="tx1"/>
        </a:solidFill>
        <a:latin typeface="+mn-lt"/>
      </a:defRPr>
    </a:lvl2pPr>
    <a:lvl3pPr marL="914400" lvl="2" algn="l" rtl="0">
      <a:defRPr lang="en-US" sz="1800" dirty="0">
        <a:solidFill>
          <a:schemeClr val="tx1"/>
        </a:solidFill>
        <a:latin typeface="+mn-lt"/>
      </a:defRPr>
    </a:lvl3pPr>
    <a:lvl4pPr marL="1371600" lvl="3" algn="l" rtl="0">
      <a:defRPr lang="en-US" sz="1800" dirty="0">
        <a:solidFill>
          <a:schemeClr val="tx1"/>
        </a:solidFill>
        <a:latin typeface="+mn-lt"/>
      </a:defRPr>
    </a:lvl4pPr>
    <a:lvl5pPr marL="1828800" lvl="4" algn="l" rtl="0">
      <a:defRPr lang="en-US" sz="1800" dirty="0">
        <a:solidFill>
          <a:schemeClr val="tx1"/>
        </a:solidFill>
        <a:latin typeface="+mn-lt"/>
      </a:defRPr>
    </a:lvl5pPr>
    <a:lvl6pPr marL="2286000" lvl="5" algn="l" rtl="0">
      <a:defRPr lang="en-US" sz="1800" dirty="0">
        <a:solidFill>
          <a:schemeClr val="tx1"/>
        </a:solidFill>
        <a:latin typeface="+mn-lt"/>
      </a:defRPr>
    </a:lvl6pPr>
    <a:lvl7pPr marL="2743200" lvl="6" algn="l" rtl="0">
      <a:defRPr lang="en-US" sz="1800" dirty="0">
        <a:solidFill>
          <a:schemeClr val="tx1"/>
        </a:solidFill>
        <a:latin typeface="+mn-lt"/>
      </a:defRPr>
    </a:lvl7pPr>
    <a:lvl8pPr marL="3200400" lvl="7" algn="l" rtl="0">
      <a:defRPr lang="en-US" sz="1800" dirty="0">
        <a:solidFill>
          <a:schemeClr val="tx1"/>
        </a:solidFill>
        <a:latin typeface="+mn-lt"/>
      </a:defRPr>
    </a:lvl8pPr>
    <a:lvl9pPr marL="3657600" lvl="8" algn="l" rtl="0">
      <a:defRPr lang="en-US" sz="1800" dirty="0">
        <a:solidFill>
          <a:schemeClr val="tx1"/>
        </a:solidFill>
        <a:latin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06"/>
    <p:restoredTop sz="94786"/>
  </p:normalViewPr>
  <p:slideViewPr>
    <p:cSldViewPr snapToGrid="0">
      <p:cViewPr varScale="1">
        <p:scale>
          <a:sx n="66" d="100"/>
          <a:sy n="66" d="100"/>
        </p:scale>
        <p:origin x="110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タイトル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79409315-F01B-4DB0-9556-85C970841A7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7AC1018-F267-41AA-94D2-2CE3A2B22D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" t="4500" r="77110" b="4290"/>
          <a:stretch>
            <a:fillRect/>
          </a:stretch>
        </p:blipFill>
        <p:spPr>
          <a:xfrm>
            <a:off x="5738564" y="0"/>
            <a:ext cx="6450256" cy="6873875"/>
          </a:xfrm>
          <a:prstGeom prst="rect">
            <a:avLst/>
          </a:prstGeom>
          <a:noFill/>
          <a:ln w="12700">
            <a:miter lim="800000"/>
          </a:ln>
        </p:spPr>
      </p:pic>
      <p:sp>
        <p:nvSpPr>
          <p:cNvPr id="3" name="Title 1">
            <a:extLst>
              <a:ext uri="{4156EC0A-0217-49A6-888E-E41A011CFDB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42E335B-0A05-4E0E-A0A8-8C9C5E879A88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1228725" y="2552138"/>
            <a:ext cx="7423146" cy="655196"/>
          </a:xfrm>
        </p:spPr>
        <p:txBody>
          <a:bodyPr vert="horz" rtlCol="0" anchor="ctr">
            <a:normAutofit fontScale="85000" lnSpcReduction="20000"/>
          </a:bodyPr>
          <a:lstStyle>
            <a:lvl1pPr lvl="0" algn="l">
              <a:lnSpc>
                <a:spcPct val="140000"/>
              </a:lnSpc>
              <a:defRPr lang="en-US" sz="3600" spc="0" dirty="0">
                <a:solidFill>
                  <a:srgbClr val="231815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Subtitle 2">
            <a:extLst>
              <a:ext uri="{A3F7F410-F547-44D3-978E-963BF06A645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1B8034F-3A4F-4AEB-8DB8-A8E3A1351C73}"/>
              </a:ext>
            </a:extLst>
          </p:cNvPr>
          <p:cNvSpPr>
            <a:spLocks noGrp="1"/>
          </p:cNvSpPr>
          <p:nvPr>
            <p:ph type="subTitle" idx="11"/>
          </p:nvPr>
        </p:nvSpPr>
        <p:spPr>
          <a:xfrm>
            <a:off x="1228725" y="3402416"/>
            <a:ext cx="7423146" cy="272338"/>
          </a:xfrm>
        </p:spPr>
        <p:txBody>
          <a:bodyPr vert="horz" rtlCol="0" anchor="ctr">
            <a:noAutofit/>
          </a:bodyPr>
          <a:lstStyle>
            <a:lvl1pPr marL="0" lvl="0" indent="0" algn="l">
              <a:lnSpc>
                <a:spcPct val="100000"/>
              </a:lnSpc>
              <a:buNone/>
              <a:defRPr lang="en-US" sz="1400" spc="0" dirty="0">
                <a:solidFill>
                  <a:schemeClr val="tx1"/>
                </a:solidFill>
              </a:defRPr>
            </a:lvl1pPr>
            <a:lvl2pPr marL="457200" lvl="1" indent="0" algn="ctr">
              <a:buNone/>
              <a:defRPr lang="en-US" sz="2000" dirty="0"/>
            </a:lvl2pPr>
            <a:lvl3pPr marL="914400" lvl="2" indent="0" algn="ctr">
              <a:buNone/>
              <a:defRPr lang="en-US" sz="1800" dirty="0"/>
            </a:lvl3pPr>
            <a:lvl4pPr marL="1371600" lvl="3" indent="0" algn="ctr">
              <a:buNone/>
              <a:defRPr lang="en-US" sz="1600" dirty="0"/>
            </a:lvl4pPr>
            <a:lvl5pPr marL="1828800" lvl="4" indent="0" algn="ctr">
              <a:buNone/>
              <a:defRPr lang="en-US" sz="1600" dirty="0"/>
            </a:lvl5pPr>
            <a:lvl6pPr marL="2286000" lvl="5" indent="0" algn="ctr">
              <a:buNone/>
              <a:defRPr lang="en-US" sz="1600" dirty="0"/>
            </a:lvl6pPr>
            <a:lvl7pPr marL="2743200" lvl="6" indent="0" algn="ctr">
              <a:buNone/>
              <a:defRPr lang="en-US" sz="1600" dirty="0"/>
            </a:lvl7pPr>
            <a:lvl8pPr marL="3200400" lvl="7" indent="0" algn="ctr">
              <a:buNone/>
              <a:defRPr lang="en-US" sz="1600" dirty="0"/>
            </a:lvl8pPr>
            <a:lvl9pPr marL="3657600" lvl="8" indent="0" algn="ctr">
              <a:buNone/>
              <a:defRPr lang="en-US" sz="1600" dirty="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pic>
        <p:nvPicPr>
          <p:cNvPr id="5" name="イメージ">
            <a:extLst>
              <a:ext uri="{E4881AB9-3A28-4178-988F-56946671BC2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E4C26D9-A779-4F7E-9D13-A3307AB1F9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41999" b="-41999"/>
          <a:stretch>
            <a:fillRect/>
          </a:stretch>
        </p:blipFill>
        <p:spPr>
          <a:xfrm>
            <a:off x="1343025" y="4016521"/>
            <a:ext cx="1029788" cy="507260"/>
          </a:xfrm>
          <a:prstGeom prst="rect">
            <a:avLst/>
          </a:prstGeom>
          <a:noFill/>
          <a:ln w="12700">
            <a:miter lim="800000"/>
          </a:ln>
        </p:spPr>
      </p:pic>
      <p:cxnSp>
        <p:nvCxnSpPr>
          <p:cNvPr id="6" name="直線コネクタ 10">
            <a:extLst>
              <a:ext uri="{48EB761F-D055-42B6-B478-3E374551992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E0C2645-C7D4-4B89-B56A-29A80495ECDB}"/>
              </a:ext>
            </a:extLst>
          </p:cNvPr>
          <p:cNvCxnSpPr/>
          <p:nvPr/>
        </p:nvCxnSpPr>
        <p:spPr>
          <a:xfrm rot="10800000" flipH="1">
            <a:off x="1228725" y="3845347"/>
            <a:ext cx="7534274" cy="0"/>
          </a:xfrm>
          <a:prstGeom prst="line">
            <a:avLst/>
          </a:prstGeom>
          <a:ln>
            <a:solidFill>
              <a:srgbClr val="2318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プレースホルダー 9">
            <a:extLst>
              <a:ext uri="{DE0EBD88-838C-4DD6-ADA5-889847E9F6F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5BFB34B-6B36-428E-BDAB-8877AF0A59F8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365936" y="4015949"/>
            <a:ext cx="4033849" cy="399174"/>
          </a:xfrm>
        </p:spPr>
        <p:txBody>
          <a:bodyPr vert="horz" rtlCol="0" anchor="ctr">
            <a:normAutofit/>
          </a:bodyPr>
          <a:lstStyle>
            <a:lvl1pPr marL="0" lvl="0" indent="0" algn="r">
              <a:buNone/>
              <a:defRPr lang="en-US" sz="1400" b="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テキスト プレースホルダー 12">
            <a:extLst>
              <a:ext uri="{BADCE988-1142-440B-981D-289788422B3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47055EF-0CCF-4662-9DC6-D7F2B4EEEE2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228725" y="2068553"/>
            <a:ext cx="3725862" cy="295787"/>
          </a:xfrm>
        </p:spPr>
        <p:txBody>
          <a:bodyPr vert="horz" rtlCol="0">
            <a:normAutofit fontScale="92500" lnSpcReduction="20000"/>
          </a:bodyPr>
          <a:lstStyle>
            <a:lvl1pPr marL="0" lv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Date Placeholder 3" hidden="1">
            <a:extLst>
              <a:ext uri="{0DCEF05D-D1CB-49C3-BA2F-D78198B9EFE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0819852-648B-4B3A-9BB3-B86CB8A138C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16003" y="6260039"/>
            <a:ext cx="2186093" cy="381000"/>
          </a:xfrm>
        </p:spPr>
        <p:txBody>
          <a:bodyPr rtlCol="0"/>
          <a:lstStyle>
            <a:lvl1pPr lvl="0"/>
          </a:lstStyle>
          <a:p>
            <a:fld id="{87D211AE-B1E5-1943-A395-8377474F1C01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10" name="Footer Placeholder 4" hidden="1">
            <a:extLst>
              <a:ext uri="{B6191D27-D478-4FBF-86B9-FCA1EDCB50F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C27F63C-52B7-44BA-B207-B6727847E63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327397" y="6248400"/>
            <a:ext cx="6908800" cy="381000"/>
          </a:xfrm>
        </p:spPr>
        <p:txBody>
          <a:bodyPr rtlCol="0"/>
          <a:lstStyle>
            <a:lvl1pPr lvl="0"/>
          </a:lstStyle>
          <a:p>
            <a:endParaRPr kumimoji="1" lang="ja-JP" altLang="en-US"/>
          </a:p>
        </p:txBody>
      </p:sp>
      <p:sp>
        <p:nvSpPr>
          <p:cNvPr id="11" name="Slide Number Placeholder 5" hidden="1">
            <a:extLst>
              <a:ext uri="{1F9AEA92-91F9-4212-9C67-5AA1CD9C867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0F00EC1-2394-4195-89AA-B2DB4E7F0D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701071" y="6565192"/>
            <a:ext cx="1168957" cy="268274"/>
          </a:xfrm>
        </p:spPr>
        <p:txBody>
          <a:bodyPr rtlCol="0"/>
          <a:lstStyle>
            <a:lvl1pPr lvl="0"/>
          </a:lstStyle>
          <a:p>
            <a:fld id="{250CF182-D6EB-1D46-8887-869AB31EBB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6148359"/>
      </p:ext>
      <p:ext uri="{28FF5495-78F9-40B5-923D-335D053A0752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04344481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セクション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イメージ" descr="イメージ">
            <a:extLst>
              <a:ext uri="{7E115687-7144-41B5-A59C-60BD84A410E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E3CBD5B-B8CD-43D1-8ACC-BA8462F2397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941"/>
          </a:blip>
          <a:stretch>
            <a:fillRect/>
          </a:stretch>
        </p:blipFill>
        <p:spPr>
          <a:xfrm>
            <a:off x="9057503" y="306395"/>
            <a:ext cx="2925598" cy="6245209"/>
          </a:xfrm>
          <a:prstGeom prst="rect">
            <a:avLst/>
          </a:prstGeom>
          <a:noFill/>
          <a:ln w="12700">
            <a:miter lim="800000"/>
          </a:ln>
        </p:spPr>
      </p:pic>
      <p:sp>
        <p:nvSpPr>
          <p:cNvPr id="3" name="Title 1">
            <a:extLst>
              <a:ext uri="{5B659597-1068-44A4-810B-06102220179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7DD65A4-E079-4DEF-A5CE-088A9A1F4EFD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1271786" y="2235199"/>
            <a:ext cx="7128000" cy="2387600"/>
          </a:xfrm>
        </p:spPr>
        <p:txBody>
          <a:bodyPr vert="horz" rtlCol="0" anchor="ctr">
            <a:normAutofit/>
          </a:bodyPr>
          <a:lstStyle>
            <a:lvl1pPr lvl="0" algn="l">
              <a:lnSpc>
                <a:spcPct val="140000"/>
              </a:lnSpc>
              <a:defRPr lang="en-US" sz="3600" dirty="0">
                <a:solidFill>
                  <a:srgbClr val="231815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Date Placeholder 3" hidden="1">
            <a:extLst>
              <a:ext uri="{8FDE6061-A74F-4938-8030-AD9078AF1D7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753BD55-1B68-46FC-8F29-8A15312E68B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lvl1pPr lvl="0"/>
          </a:lstStyle>
          <a:p>
            <a:fld id="{87D211AE-B1E5-1943-A395-8377474F1C01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Footer Placeholder 4" hidden="1">
            <a:extLst>
              <a:ext uri="{EBC9F171-1E86-49C2-9367-B206925B8C0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CF171D1-ED67-4C1E-93DB-D0E6977E4A4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 lvl="0"/>
          </a:lstStyle>
          <a:p>
            <a:endParaRPr kumimoji="1" lang="ja-JP" altLang="en-US"/>
          </a:p>
        </p:txBody>
      </p:sp>
      <p:pic>
        <p:nvPicPr>
          <p:cNvPr id="6" name="図 5">
            <a:extLst>
              <a:ext uri="{E938E043-C9AF-45FF-8F1D-9AA25030F78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9363FDD-85C4-437F-9A82-7F796DD229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" t="4500" r="77110" b="4290"/>
          <a:stretch>
            <a:fillRect/>
          </a:stretch>
        </p:blipFill>
        <p:spPr>
          <a:xfrm>
            <a:off x="5738564" y="0"/>
            <a:ext cx="6450256" cy="6873875"/>
          </a:xfrm>
          <a:prstGeom prst="rect">
            <a:avLst/>
          </a:prstGeom>
          <a:noFill/>
          <a:ln w="12700">
            <a:miter lim="800000"/>
          </a:ln>
        </p:spPr>
      </p:pic>
      <p:sp>
        <p:nvSpPr>
          <p:cNvPr id="7" name="Slide Number Placeholder 5" hidden="1">
            <a:extLst>
              <a:ext uri="{CF905123-C0FC-49EB-A5C3-F6EDD7F9F1C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86ECCD8-84EA-425C-A656-32C808391EF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>
            <a:lvl1pPr lvl="0"/>
          </a:lstStyle>
          <a:p>
            <a:fld id="{250CF182-D6EB-1D46-8887-869AB31EBB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9979220"/>
      </p:ext>
      <p:ext uri="{4B4B6DC6-6EF0-4F00-AB11-B03169AF6E4A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04344481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">
            <a:extLst>
              <a:ext uri="{4BFAC06E-AF3A-4408-B246-01C0BD2FB69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784B644-C129-4194-819E-4D8C03C1FAF3}"/>
              </a:ext>
            </a:extLst>
          </p:cNvPr>
          <p:cNvSpPr/>
          <p:nvPr/>
        </p:nvSpPr>
        <p:spPr>
          <a:xfrm>
            <a:off x="2690189" y="547200"/>
            <a:ext cx="18000" cy="5763600"/>
          </a:xfrm>
          <a:prstGeom prst="rect">
            <a:avLst/>
          </a:prstGeom>
          <a:solidFill>
            <a:srgbClr val="231815"/>
          </a:solidFill>
          <a:ln w="12700">
            <a:miter lim="800000"/>
          </a:ln>
        </p:spPr>
        <p:txBody>
          <a:bodyPr vert="horz" lIns="50800" tIns="50800" rIns="50800" bIns="50800" rtlCol="0" anchor="ctr"/>
          <a:lstStyle/>
          <a:p>
            <a:pPr algn="ctr">
              <a:defRPr lang="en-US" sz="2200" dirty="0"/>
            </a:pPr>
            <a:endParaRPr lang="en-US" dirty="0">
              <a:solidFill>
                <a:srgbClr val="231815"/>
              </a:solidFill>
            </a:endParaRPr>
          </a:p>
        </p:txBody>
      </p:sp>
      <p:sp>
        <p:nvSpPr>
          <p:cNvPr id="3" name="タイトル 5">
            <a:extLst>
              <a:ext uri="{44EE846E-D0B1-4762-AB13-5AD8DCCD06B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A0BE8C0-A86E-4FC6-B008-3E8D5BCDCD7F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0" y="3097609"/>
            <a:ext cx="2708188" cy="662782"/>
          </a:xfrm>
        </p:spPr>
        <p:txBody>
          <a:bodyPr rtlCol="0"/>
          <a:lstStyle>
            <a:lvl1pPr lvl="0" algn="ctr">
              <a:defRPr lang="en-US" b="1" dirty="0">
                <a:solidFill>
                  <a:srgbClr val="231815"/>
                </a:solidFill>
                <a:latin typeface="+mj-lt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Content Placeholder 2">
            <a:extLst>
              <a:ext uri="{28E7C027-9505-4BFA-8ABB-588E3C90613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8FEF196-5546-4656-914E-A36C565C20D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021977" y="936821"/>
            <a:ext cx="8331818" cy="4984353"/>
          </a:xfrm>
        </p:spPr>
        <p:txBody>
          <a:bodyPr vert="horz" rtlCol="0" anchor="t">
            <a:normAutofit/>
          </a:bodyPr>
          <a:lstStyle>
            <a:lvl1pPr marL="514350" lvl="0" indent="-514350">
              <a:lnSpc>
                <a:spcPct val="200000"/>
              </a:lnSpc>
              <a:buFont typeface="+mj-lt"/>
              <a:buAutoNum type="arabicPeriod"/>
              <a:defRPr lang="en-US" sz="1600" dirty="0">
                <a:solidFill>
                  <a:srgbClr val="231815"/>
                </a:solidFill>
              </a:defRPr>
            </a:lvl1pPr>
            <a:lvl2pPr marL="914400" lvl="1" indent="-457200">
              <a:lnSpc>
                <a:spcPct val="200000"/>
              </a:lnSpc>
              <a:buFont typeface="+mj-lt"/>
              <a:buAutoNum type="arabicPeriod"/>
              <a:defRPr lang="en-US" sz="1600" dirty="0">
                <a:solidFill>
                  <a:srgbClr val="231815"/>
                </a:solidFill>
              </a:defRPr>
            </a:lvl2pPr>
            <a:lvl3pPr marL="1371600" lvl="2" indent="-457200">
              <a:lnSpc>
                <a:spcPct val="200000"/>
              </a:lnSpc>
              <a:buFont typeface="+mj-lt"/>
              <a:buAutoNum type="arabicPeriod"/>
              <a:defRPr lang="en-US" sz="1600" dirty="0">
                <a:solidFill>
                  <a:srgbClr val="231815"/>
                </a:solidFill>
              </a:defRPr>
            </a:lvl3pPr>
            <a:lvl4pPr marL="1714500" lvl="3" indent="-342900">
              <a:lnSpc>
                <a:spcPct val="200000"/>
              </a:lnSpc>
              <a:buFont typeface="+mj-lt"/>
              <a:buAutoNum type="arabicPeriod"/>
              <a:defRPr lang="en-US" sz="1600" dirty="0">
                <a:solidFill>
                  <a:srgbClr val="231815"/>
                </a:solidFill>
              </a:defRPr>
            </a:lvl4pPr>
            <a:lvl5pPr marL="2171700" lvl="4" indent="-342900">
              <a:lnSpc>
                <a:spcPct val="200000"/>
              </a:lnSpc>
              <a:buFont typeface="+mj-lt"/>
              <a:buAutoNum type="arabicPeriod"/>
              <a:defRPr lang="en-US" sz="1600" dirty="0">
                <a:solidFill>
                  <a:srgbClr val="231815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3" hidden="1">
            <a:extLst>
              <a:ext uri="{17D99A48-F7BE-4E4E-8D0A-143D870689B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4678427-CF80-4366-BBD0-C70A439A8C95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16003" y="6260039"/>
            <a:ext cx="2186093" cy="381000"/>
          </a:xfrm>
        </p:spPr>
        <p:txBody>
          <a:bodyPr rtlCol="0"/>
          <a:lstStyle>
            <a:lvl1pPr lvl="0"/>
          </a:lstStyle>
          <a:p>
            <a:fld id="{87D211AE-B1E5-1943-A395-8377474F1C01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Footer Placeholder 4" hidden="1">
            <a:extLst>
              <a:ext uri="{80DE36FE-5FAA-4BE6-9A95-B90D72B59E8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057B603-6705-4BDE-87ED-1A5917663F2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>
            <a:lvl1pPr lvl="0"/>
          </a:lstStyle>
          <a:p>
            <a:endParaRPr kumimoji="1" lang="ja-JP" altLang="en-US"/>
          </a:p>
        </p:txBody>
      </p:sp>
      <p:sp>
        <p:nvSpPr>
          <p:cNvPr id="7" name="Slide Number Placeholder 5">
            <a:extLst>
              <a:ext uri="{040C2EAE-7F88-4523-B07A-0D89C44D179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2D24A09-335C-4F8F-81DC-D5320C713CF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>
            <a:lvl1pPr lvl="0"/>
          </a:lstStyle>
          <a:p>
            <a:fld id="{250CF182-D6EB-1D46-8887-869AB31EBB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2796301"/>
      </p:ext>
      <p:ext uri="{5443B3BD-96F4-4D67-A88F-D5C0005488FF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04344481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7">
            <a:extLst>
              <a:ext uri="{1CE69CAD-102A-4166-9A3D-053EF060F3F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AB2CD94-B226-4593-B9E0-33852E9D5AE2}"/>
              </a:ext>
            </a:extLst>
          </p:cNvPr>
          <p:cNvSpPr>
            <a:spLocks noGrp="1"/>
          </p:cNvSpPr>
          <p:nvPr>
            <p:ph type="title" idx="10"/>
          </p:nvPr>
        </p:nvSpPr>
        <p:spPr/>
        <p:txBody>
          <a:bodyPr rtlCol="0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>
            <a:extLst>
              <a:ext uri="{2A59B372-E5E7-4D15-A31D-19A8E927C3B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1440B3B-CBF3-4816-A074-6AFE5881B0D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21972" y="931707"/>
            <a:ext cx="11548056" cy="537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Slide Number Placeholder 5">
            <a:extLst>
              <a:ext uri="{20F5DEB2-3940-46F6-80DB-3E26E349D98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D9CFA0B-EEE9-495C-AE23-032AA6FB3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1070" y="6565187"/>
            <a:ext cx="1168957" cy="2682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r">
              <a:defRPr lang="en-US" sz="1000" dirty="0">
                <a:solidFill>
                  <a:schemeClr val="bg1">
                    <a:lumMod val="50000"/>
                  </a:schemeClr>
                </a:solidFill>
                <a:latin typeface="Noto Sans JP"/>
              </a:defRPr>
            </a:lvl1pPr>
          </a:lstStyle>
          <a:p>
            <a:fld id="{250CF182-D6EB-1D46-8887-869AB31EBBE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Date Placeholder 3" hidden="1">
            <a:extLst>
              <a:ext uri="{AEC2ED32-5AD8-4CCB-AAA4-9B2EBFFD2E0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AE3D10E-52D7-4946-86CA-AFE21A9076DC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016003" y="6260039"/>
            <a:ext cx="2186093" cy="381000"/>
          </a:xfrm>
        </p:spPr>
        <p:txBody>
          <a:bodyPr rtlCol="0"/>
          <a:lstStyle>
            <a:lvl1pPr lvl="0"/>
          </a:lstStyle>
          <a:p>
            <a:fld id="{87D211AE-B1E5-1943-A395-8377474F1C01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Footer Placeholder 4" hidden="1">
            <a:extLst>
              <a:ext uri="{85377EC2-6AF0-4C36-82A8-3F5F169FDD9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6B91600-E0B2-44BE-939F-E2E600282FA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3327397" y="6248400"/>
            <a:ext cx="6908800" cy="381000"/>
          </a:xfrm>
        </p:spPr>
        <p:txBody>
          <a:bodyPr rtlCol="0"/>
          <a:lstStyle>
            <a:lvl1pPr lvl="0"/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94953"/>
      </p:ext>
      <p:ext uri="{D25805B6-9D04-4E6C-9519-BF893DD7720F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0434448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タイトルとコンテンツ（フッター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7">
            <a:extLst>
              <a:ext uri="{1CE69CAD-102A-4166-9A3D-053EF060F3F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AB2CD94-B226-4593-B9E0-33852E9D5AE2}"/>
              </a:ext>
            </a:extLst>
          </p:cNvPr>
          <p:cNvSpPr>
            <a:spLocks noGrp="1"/>
          </p:cNvSpPr>
          <p:nvPr>
            <p:ph type="title" idx="10"/>
          </p:nvPr>
        </p:nvSpPr>
        <p:spPr/>
        <p:txBody>
          <a:bodyPr rtlCol="0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>
            <a:extLst>
              <a:ext uri="{2A59B372-E5E7-4D15-A31D-19A8E927C3B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1440B3B-CBF3-4816-A074-6AFE5881B0D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21972" y="931707"/>
            <a:ext cx="11548056" cy="537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Slide Number Placeholder 5">
            <a:extLst>
              <a:ext uri="{20F5DEB2-3940-46F6-80DB-3E26E349D98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1D9CFA0B-EEE9-495C-AE23-032AA6FB3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1070" y="6565187"/>
            <a:ext cx="1168957" cy="2682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r">
              <a:defRPr lang="en-US" sz="1000" dirty="0">
                <a:solidFill>
                  <a:schemeClr val="bg1">
                    <a:lumMod val="50000"/>
                  </a:schemeClr>
                </a:solidFill>
                <a:latin typeface="Noto Sans JP"/>
              </a:defRPr>
            </a:lvl1pPr>
          </a:lstStyle>
          <a:p>
            <a:fld id="{250CF182-D6EB-1D46-8887-869AB31EBBE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Date Placeholder 3" hidden="1">
            <a:extLst>
              <a:ext uri="{AEC2ED32-5AD8-4CCB-AAA4-9B2EBFFD2E0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1AE3D10E-52D7-4946-86CA-AFE21A9076DC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016003" y="6260039"/>
            <a:ext cx="2186093" cy="381000"/>
          </a:xfrm>
        </p:spPr>
        <p:txBody>
          <a:bodyPr rtlCol="0"/>
          <a:lstStyle>
            <a:lvl1pPr lvl="0"/>
          </a:lstStyle>
          <a:p>
            <a:fld id="{87D211AE-B1E5-1943-A395-8377474F1C01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Footer Placeholder 4" hidden="1">
            <a:extLst>
              <a:ext uri="{85377EC2-6AF0-4C36-82A8-3F5F169FDD9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6B91600-E0B2-44BE-939F-E2E600282FA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3327397" y="6248400"/>
            <a:ext cx="6908800" cy="381000"/>
          </a:xfrm>
        </p:spPr>
        <p:txBody>
          <a:bodyPr rtlCol="0"/>
          <a:lstStyle>
            <a:lvl1pPr lvl="0"/>
          </a:lstStyle>
          <a:p>
            <a:endParaRPr kumimoji="1" lang="ja-JP" altLang="en-US"/>
          </a:p>
        </p:txBody>
      </p:sp>
      <p:pic>
        <p:nvPicPr>
          <p:cNvPr id="9" name="図 7" descr="図形&#10;&#10;中程度の精度で自動的に生成された説明">
            <a:extLst>
              <a:ext uri="{FF2B5EF4-FFF2-40B4-BE49-F238E27FC236}">
                <a16:creationId xmlns:a16="http://schemas.microsoft.com/office/drawing/2014/main" id="{D5D127AC-D80A-F74C-A2F6-987C22968A9D}"/>
              </a:ext>
              <a:ext uri="{87A9AA1C-E287-47C0-9779-13CEA607255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D7B2DBC-AB60-4C44-A7F7-DD9CA834F4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1999" b="-41999"/>
          <a:stretch>
            <a:fillRect/>
          </a:stretch>
        </p:blipFill>
        <p:spPr>
          <a:xfrm>
            <a:off x="10729179" y="253517"/>
            <a:ext cx="1125426" cy="554369"/>
          </a:xfrm>
          <a:prstGeom prst="rect">
            <a:avLst/>
          </a:prstGeom>
          <a:noFill/>
        </p:spPr>
      </p:pic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2FF9E8F-0493-BD84-6F80-8187A835F43A}"/>
              </a:ext>
              <a:ext uri="{7359EA92-4AF1-4518-A120-EB41D25DD3D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C348D6B-A269-4449-8245-903574EA0FB0}"/>
              </a:ext>
            </a:extLst>
          </p:cNvPr>
          <p:cNvCxnSpPr/>
          <p:nvPr/>
        </p:nvCxnSpPr>
        <p:spPr>
          <a:xfrm rot="10800000" flipH="1">
            <a:off x="359902" y="771525"/>
            <a:ext cx="11520944" cy="0"/>
          </a:xfrm>
          <a:prstGeom prst="line">
            <a:avLst/>
          </a:prstGeom>
          <a:ln>
            <a:solidFill>
              <a:srgbClr val="2318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207226"/>
      </p:ext>
      <p:ext uri="{D25805B6-9D04-4E6C-9519-BF893DD7720F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04344481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7">
            <a:extLst>
              <a:ext uri="{62B9B600-D45A-4639-B5B6-5172FED621B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70DF043-A2D1-46B0-BB23-E7D9AA9F2124}"/>
              </a:ext>
            </a:extLst>
          </p:cNvPr>
          <p:cNvSpPr>
            <a:spLocks noGrp="1"/>
          </p:cNvSpPr>
          <p:nvPr>
            <p:ph type="title" idx="10"/>
          </p:nvPr>
        </p:nvSpPr>
        <p:spPr/>
        <p:txBody>
          <a:bodyPr rtlCol="0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>
            <a:extLst>
              <a:ext uri="{0E187D74-C4C8-4D32-BF69-D1D73AF68DD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D8C555A-3FEA-4E7E-9300-D4228ACF458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21973" y="1085392"/>
            <a:ext cx="11548056" cy="2368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lvl="0">
              <a:defRPr lang="en-US" sz="1600" dirty="0"/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スライド番号プレースホルダー 2">
            <a:extLst>
              <a:ext uri="{4ADE9632-BD9D-45A7-AD7D-32C3C251B0B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5A336FF-127D-45F1-9306-2912A41C4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250CF182-D6EB-1D46-8887-869AB31EBBE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Text Placeholder 2">
            <a:extLst>
              <a:ext uri="{F3645942-594C-40E7-AA24-3AD8EDAED28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8A12F22-639D-41BD-8B85-95D6BEAD1B9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21973" y="3780929"/>
            <a:ext cx="5416219" cy="2368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lvl="0">
              <a:defRPr lang="en-US" sz="1600" dirty="0"/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Text Placeholder 2">
            <a:extLst>
              <a:ext uri="{54AF9F03-459A-4068-BE7B-05CDC842CBC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1959413-FCBE-4D29-92D2-EE843DDD8E2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438385" y="3780929"/>
            <a:ext cx="5416219" cy="2368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lvl="0">
              <a:defRPr lang="en-US" sz="1600" dirty="0"/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7" name="Date Placeholder 3" hidden="1">
            <a:extLst>
              <a:ext uri="{72F4E921-5B3A-41D0-80BF-EFAFC411E8C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0BE6187-D12D-4CCF-B5B2-5875391A650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lvl1pPr lvl="0"/>
          </a:lstStyle>
          <a:p>
            <a:fld id="{87D211AE-B1E5-1943-A395-8377474F1C01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8" name="Footer Placeholder 4" hidden="1">
            <a:extLst>
              <a:ext uri="{020F34A4-264F-4A8B-A7F2-4B9E084D388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AA00819-6C35-4BBC-8B54-6B8F2578670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316509" y="6248400"/>
            <a:ext cx="6908800" cy="381000"/>
          </a:xfrm>
        </p:spPr>
        <p:txBody>
          <a:bodyPr rtlCol="0"/>
          <a:lstStyle>
            <a:lvl1pPr lvl="0"/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1333375"/>
      </p:ext>
      <p:ext uri="{75DE0887-4F64-48C4-A177-1D8372A9A8C7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04344481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7">
            <a:extLst>
              <a:ext uri="{0EAD0A18-5C93-4D3D-897A-871B8DC64FE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DD70D47-091F-474B-8192-58F16EDC7D7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321802" y="253517"/>
            <a:ext cx="11532799" cy="504428"/>
          </a:xfrm>
        </p:spPr>
        <p:txBody>
          <a:bodyPr rtlCol="0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lide Number Placeholder 5">
            <a:extLst>
              <a:ext uri="{37A574E0-7F1D-43B5-9A42-C72548DACA3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822BD23-1553-4FD9-BA49-DADE1A77E8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701070" y="6565187"/>
            <a:ext cx="1168957" cy="2682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r">
              <a:defRPr lang="en-US" sz="1000" dirty="0">
                <a:solidFill>
                  <a:schemeClr val="bg1">
                    <a:lumMod val="50000"/>
                  </a:schemeClr>
                </a:solidFill>
                <a:latin typeface="Noto Sans JP"/>
              </a:defRPr>
            </a:lvl1pPr>
          </a:lstStyle>
          <a:p>
            <a:fld id="{250CF182-D6EB-1D46-8887-869AB31EBBE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4" name="Date Placeholder 3" hidden="1">
            <a:extLst>
              <a:ext uri="{FC9EA397-E0D3-4CFA-A1EE-CDE33C6FD53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F1EF8F6-97AB-493F-9191-6993BC1F091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 rtlCol="0"/>
          <a:lstStyle>
            <a:lvl1pPr lvl="0"/>
          </a:lstStyle>
          <a:p>
            <a:fld id="{87D211AE-B1E5-1943-A395-8377474F1C01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Footer Placeholder 4" hidden="1">
            <a:extLst>
              <a:ext uri="{712DF995-1A73-4726-AE2D-A34A869A331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A8F4886-E670-4EF9-A492-46631AD05B9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>
            <a:lvl1pPr lvl="0"/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8368383"/>
      </p:ext>
      <p:ext uri="{80141EB4-C252-462F-9D6C-89838A888E9F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04344481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タイトルとコンテンツ（フッター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7">
            <a:extLst>
              <a:ext uri="{1CE69CAD-102A-4166-9A3D-053EF060F3F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AB2CD94-B226-4593-B9E0-33852E9D5AE2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/>
        <p:txBody>
          <a:bodyPr rtlCol="0"/>
          <a:lstStyle/>
          <a:p>
            <a:r>
              <a:rPr lang="ja-JP" altLang="en-US" dirty="0"/>
              <a:t>ワークフロー</a:t>
            </a:r>
            <a:endParaRPr lang="en-US" dirty="0"/>
          </a:p>
        </p:txBody>
      </p:sp>
      <p:sp>
        <p:nvSpPr>
          <p:cNvPr id="4" name="Slide Number Placeholder 5">
            <a:extLst>
              <a:ext uri="{20F5DEB2-3940-46F6-80DB-3E26E349D98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1D9CFA0B-EEE9-495C-AE23-032AA6FB3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1070" y="6565187"/>
            <a:ext cx="1168957" cy="2682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r">
              <a:defRPr lang="en-US" sz="1000" dirty="0">
                <a:solidFill>
                  <a:schemeClr val="bg1">
                    <a:lumMod val="50000"/>
                  </a:schemeClr>
                </a:solidFill>
                <a:latin typeface="Noto Sans JP"/>
              </a:defRPr>
            </a:lvl1pPr>
          </a:lstStyle>
          <a:p>
            <a:fld id="{250CF182-D6EB-1D46-8887-869AB31EBBE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Date Placeholder 3" hidden="1">
            <a:extLst>
              <a:ext uri="{AEC2ED32-5AD8-4CCB-AAA4-9B2EBFFD2E0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1AE3D10E-52D7-4946-86CA-AFE21A9076DC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016003" y="6260039"/>
            <a:ext cx="2186093" cy="381000"/>
          </a:xfrm>
        </p:spPr>
        <p:txBody>
          <a:bodyPr rtlCol="0"/>
          <a:lstStyle>
            <a:lvl1pPr lvl="0"/>
          </a:lstStyle>
          <a:p>
            <a:fld id="{87D211AE-B1E5-1943-A395-8377474F1C01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Footer Placeholder 4" hidden="1">
            <a:extLst>
              <a:ext uri="{85377EC2-6AF0-4C36-82A8-3F5F169FDD9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6B91600-E0B2-44BE-939F-E2E600282FA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3327397" y="6248400"/>
            <a:ext cx="6908800" cy="381000"/>
          </a:xfrm>
        </p:spPr>
        <p:txBody>
          <a:bodyPr rtlCol="0"/>
          <a:lstStyle>
            <a:lvl1pPr lvl="0"/>
          </a:lstStyle>
          <a:p>
            <a:endParaRPr kumimoji="1" lang="ja-JP" altLang="en-US"/>
          </a:p>
        </p:txBody>
      </p:sp>
      <p:pic>
        <p:nvPicPr>
          <p:cNvPr id="9" name="図 7" descr="図形&#10;&#10;中程度の精度で自動的に生成された説明">
            <a:extLst>
              <a:ext uri="{FF2B5EF4-FFF2-40B4-BE49-F238E27FC236}">
                <a16:creationId xmlns:a16="http://schemas.microsoft.com/office/drawing/2014/main" id="{D5D127AC-D80A-F74C-A2F6-987C22968A9D}"/>
              </a:ext>
              <a:ext uri="{87A9AA1C-E287-47C0-9779-13CEA607255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D7B2DBC-AB60-4C44-A7F7-DD9CA834F4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1999" b="-41999"/>
          <a:stretch>
            <a:fillRect/>
          </a:stretch>
        </p:blipFill>
        <p:spPr>
          <a:xfrm>
            <a:off x="10729179" y="253517"/>
            <a:ext cx="1125426" cy="554369"/>
          </a:xfrm>
          <a:prstGeom prst="rect">
            <a:avLst/>
          </a:prstGeom>
          <a:noFill/>
        </p:spPr>
      </p:pic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2FF9E8F-0493-BD84-6F80-8187A835F43A}"/>
              </a:ext>
              <a:ext uri="{7359EA92-4AF1-4518-A120-EB41D25DD3D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C348D6B-A269-4449-8245-903574EA0FB0}"/>
              </a:ext>
            </a:extLst>
          </p:cNvPr>
          <p:cNvCxnSpPr>
            <a:cxnSpLocks/>
          </p:cNvCxnSpPr>
          <p:nvPr/>
        </p:nvCxnSpPr>
        <p:spPr>
          <a:xfrm>
            <a:off x="359902" y="771525"/>
            <a:ext cx="11520944" cy="0"/>
          </a:xfrm>
          <a:prstGeom prst="line">
            <a:avLst/>
          </a:prstGeom>
          <a:ln>
            <a:solidFill>
              <a:srgbClr val="2318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BF1BEA5-531B-121C-CD26-A9C2AB0A0B9A}"/>
              </a:ext>
            </a:extLst>
          </p:cNvPr>
          <p:cNvSpPr/>
          <p:nvPr/>
        </p:nvSpPr>
        <p:spPr>
          <a:xfrm>
            <a:off x="99152" y="881361"/>
            <a:ext cx="12007495" cy="2743188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6BA27A0-19C9-698C-F654-2075C6729A87}"/>
              </a:ext>
            </a:extLst>
          </p:cNvPr>
          <p:cNvSpPr/>
          <p:nvPr/>
        </p:nvSpPr>
        <p:spPr>
          <a:xfrm>
            <a:off x="99152" y="3614555"/>
            <a:ext cx="12007495" cy="2743188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790EC9C-7710-19A2-70D6-4FFB6D7D58CF}"/>
              </a:ext>
            </a:extLst>
          </p:cNvPr>
          <p:cNvSpPr/>
          <p:nvPr/>
        </p:nvSpPr>
        <p:spPr>
          <a:xfrm>
            <a:off x="99153" y="875414"/>
            <a:ext cx="484742" cy="274318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vert270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0786D84-B0F3-6423-7221-4A1B3B745005}"/>
              </a:ext>
            </a:extLst>
          </p:cNvPr>
          <p:cNvSpPr/>
          <p:nvPr/>
        </p:nvSpPr>
        <p:spPr>
          <a:xfrm>
            <a:off x="99153" y="3608608"/>
            <a:ext cx="484742" cy="274318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vert270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2832097A-DAE9-43BC-65DD-EDDBF28F2F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425" y="878057"/>
            <a:ext cx="485775" cy="2733048"/>
          </a:xfrm>
        </p:spPr>
        <p:txBody>
          <a:bodyPr vert="vert27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kumimoji="1" lang="ja-JP" altLang="en-US"/>
              <a:t>対応者</a:t>
            </a:r>
            <a:r>
              <a:rPr kumimoji="1" lang="en-US" altLang="ja-JP"/>
              <a:t>A</a:t>
            </a:r>
            <a:endParaRPr kumimoji="1" lang="ja-JP" altLang="en-US"/>
          </a:p>
        </p:txBody>
      </p:sp>
      <p:sp>
        <p:nvSpPr>
          <p:cNvPr id="23" name="テキスト プレースホルダー 21">
            <a:extLst>
              <a:ext uri="{FF2B5EF4-FFF2-40B4-BE49-F238E27FC236}">
                <a16:creationId xmlns:a16="http://schemas.microsoft.com/office/drawing/2014/main" id="{10CC3836-37EE-16E4-B260-737D8EB4F7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8425" y="3622268"/>
            <a:ext cx="485775" cy="2733048"/>
          </a:xfrm>
        </p:spPr>
        <p:txBody>
          <a:bodyPr vert="vert27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kumimoji="1" lang="ja-JP" altLang="en-US"/>
              <a:t>対応者</a:t>
            </a:r>
            <a:r>
              <a:rPr kumimoji="1" lang="en-US" altLang="ja-JP"/>
              <a:t>B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6094431"/>
      </p:ext>
      <p:ext uri="{D25805B6-9D04-4E6C-9519-BF893DD7720F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04344481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タイトルとコンテンツ（フッター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7">
            <a:extLst>
              <a:ext uri="{1CE69CAD-102A-4166-9A3D-053EF060F3F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AB2CD94-B226-4593-B9E0-33852E9D5AE2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/>
        <p:txBody>
          <a:bodyPr rtlCol="0"/>
          <a:lstStyle/>
          <a:p>
            <a:r>
              <a:rPr lang="ja-JP" altLang="en-US" dirty="0"/>
              <a:t>ワークフロー</a:t>
            </a:r>
            <a:endParaRPr lang="en-US" dirty="0"/>
          </a:p>
        </p:txBody>
      </p:sp>
      <p:sp>
        <p:nvSpPr>
          <p:cNvPr id="4" name="Slide Number Placeholder 5">
            <a:extLst>
              <a:ext uri="{20F5DEB2-3940-46F6-80DB-3E26E349D98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D9CFA0B-EEE9-495C-AE23-032AA6FB3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1070" y="6565187"/>
            <a:ext cx="1168957" cy="2682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r">
              <a:defRPr lang="en-US" sz="1000" dirty="0">
                <a:solidFill>
                  <a:schemeClr val="bg1">
                    <a:lumMod val="50000"/>
                  </a:schemeClr>
                </a:solidFill>
                <a:latin typeface="Noto Sans JP"/>
              </a:defRPr>
            </a:lvl1pPr>
          </a:lstStyle>
          <a:p>
            <a:fld id="{250CF182-D6EB-1D46-8887-869AB31EBBE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Date Placeholder 3" hidden="1">
            <a:extLst>
              <a:ext uri="{AEC2ED32-5AD8-4CCB-AAA4-9B2EBFFD2E0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AE3D10E-52D7-4946-86CA-AFE21A9076DC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016003" y="6260039"/>
            <a:ext cx="2186093" cy="381000"/>
          </a:xfrm>
        </p:spPr>
        <p:txBody>
          <a:bodyPr rtlCol="0"/>
          <a:lstStyle>
            <a:lvl1pPr lvl="0"/>
          </a:lstStyle>
          <a:p>
            <a:fld id="{87D211AE-B1E5-1943-A395-8377474F1C01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Footer Placeholder 4" hidden="1">
            <a:extLst>
              <a:ext uri="{85377EC2-6AF0-4C36-82A8-3F5F169FDD9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6B91600-E0B2-44BE-939F-E2E600282FA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3327397" y="6248400"/>
            <a:ext cx="6908800" cy="381000"/>
          </a:xfrm>
        </p:spPr>
        <p:txBody>
          <a:bodyPr rtlCol="0"/>
          <a:lstStyle>
            <a:lvl1pPr lvl="0"/>
          </a:lstStyle>
          <a:p>
            <a:endParaRPr kumimoji="1" lang="ja-JP" altLang="en-US"/>
          </a:p>
        </p:txBody>
      </p:sp>
      <p:pic>
        <p:nvPicPr>
          <p:cNvPr id="9" name="図 7" descr="図形&#10;&#10;中程度の精度で自動的に生成された説明">
            <a:extLst>
              <a:ext uri="{FF2B5EF4-FFF2-40B4-BE49-F238E27FC236}">
                <a16:creationId xmlns:a16="http://schemas.microsoft.com/office/drawing/2014/main" id="{D5D127AC-D80A-F74C-A2F6-987C22968A9D}"/>
              </a:ext>
              <a:ext uri="{87A9AA1C-E287-47C0-9779-13CEA607255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D7B2DBC-AB60-4C44-A7F7-DD9CA834F4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1999" b="-41999"/>
          <a:stretch>
            <a:fillRect/>
          </a:stretch>
        </p:blipFill>
        <p:spPr>
          <a:xfrm>
            <a:off x="10729179" y="253517"/>
            <a:ext cx="1125426" cy="554369"/>
          </a:xfrm>
          <a:prstGeom prst="rect">
            <a:avLst/>
          </a:prstGeom>
          <a:noFill/>
        </p:spPr>
      </p:pic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2FF9E8F-0493-BD84-6F80-8187A835F43A}"/>
              </a:ext>
              <a:ext uri="{7359EA92-4AF1-4518-A120-EB41D25DD3DC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C348D6B-A269-4449-8245-903574EA0FB0}"/>
              </a:ext>
            </a:extLst>
          </p:cNvPr>
          <p:cNvCxnSpPr/>
          <p:nvPr/>
        </p:nvCxnSpPr>
        <p:spPr>
          <a:xfrm rot="10800000" flipH="1">
            <a:off x="359902" y="771525"/>
            <a:ext cx="11520944" cy="0"/>
          </a:xfrm>
          <a:prstGeom prst="line">
            <a:avLst/>
          </a:prstGeom>
          <a:ln>
            <a:solidFill>
              <a:srgbClr val="2318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BF1BEA5-531B-121C-CD26-A9C2AB0A0B9A}"/>
              </a:ext>
            </a:extLst>
          </p:cNvPr>
          <p:cNvSpPr/>
          <p:nvPr/>
        </p:nvSpPr>
        <p:spPr>
          <a:xfrm>
            <a:off x="99152" y="881361"/>
            <a:ext cx="12007495" cy="190835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6BA27A0-19C9-698C-F654-2075C6729A87}"/>
              </a:ext>
            </a:extLst>
          </p:cNvPr>
          <p:cNvSpPr/>
          <p:nvPr/>
        </p:nvSpPr>
        <p:spPr>
          <a:xfrm>
            <a:off x="99152" y="2787279"/>
            <a:ext cx="12007495" cy="190835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D117147-45CF-01E4-76C6-16A7615FFB79}"/>
              </a:ext>
            </a:extLst>
          </p:cNvPr>
          <p:cNvSpPr/>
          <p:nvPr/>
        </p:nvSpPr>
        <p:spPr>
          <a:xfrm>
            <a:off x="99152" y="4693197"/>
            <a:ext cx="12007495" cy="190835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790EC9C-7710-19A2-70D6-4FFB6D7D58CF}"/>
              </a:ext>
            </a:extLst>
          </p:cNvPr>
          <p:cNvSpPr/>
          <p:nvPr/>
        </p:nvSpPr>
        <p:spPr>
          <a:xfrm>
            <a:off x="99153" y="875414"/>
            <a:ext cx="484742" cy="19083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vert270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0786D84-B0F3-6423-7221-4A1B3B745005}"/>
              </a:ext>
            </a:extLst>
          </p:cNvPr>
          <p:cNvSpPr/>
          <p:nvPr/>
        </p:nvSpPr>
        <p:spPr>
          <a:xfrm>
            <a:off x="99153" y="2781332"/>
            <a:ext cx="484742" cy="19083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vert270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67BB476-4F89-C78C-C6F0-094DE7696845}"/>
              </a:ext>
            </a:extLst>
          </p:cNvPr>
          <p:cNvSpPr/>
          <p:nvPr/>
        </p:nvSpPr>
        <p:spPr>
          <a:xfrm>
            <a:off x="99153" y="4687250"/>
            <a:ext cx="484742" cy="19083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vert270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2832097A-DAE9-43BC-65DD-EDDBF28F2F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425" y="878057"/>
            <a:ext cx="485775" cy="1901296"/>
          </a:xfrm>
        </p:spPr>
        <p:txBody>
          <a:bodyPr vert="vert27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kumimoji="1" lang="ja-JP" altLang="en-US"/>
              <a:t>対応者</a:t>
            </a:r>
            <a:r>
              <a:rPr kumimoji="1" lang="en-US" altLang="ja-JP"/>
              <a:t>A</a:t>
            </a:r>
            <a:endParaRPr kumimoji="1" lang="ja-JP" altLang="en-US"/>
          </a:p>
        </p:txBody>
      </p:sp>
      <p:sp>
        <p:nvSpPr>
          <p:cNvPr id="23" name="テキスト プレースホルダー 21">
            <a:extLst>
              <a:ext uri="{FF2B5EF4-FFF2-40B4-BE49-F238E27FC236}">
                <a16:creationId xmlns:a16="http://schemas.microsoft.com/office/drawing/2014/main" id="{10CC3836-37EE-16E4-B260-737D8EB4F7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8425" y="2794992"/>
            <a:ext cx="485775" cy="1901296"/>
          </a:xfrm>
        </p:spPr>
        <p:txBody>
          <a:bodyPr vert="vert27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kumimoji="1" lang="ja-JP" altLang="en-US"/>
              <a:t>対応者</a:t>
            </a:r>
            <a:r>
              <a:rPr kumimoji="1" lang="en-US" altLang="ja-JP"/>
              <a:t>B</a:t>
            </a:r>
            <a:endParaRPr kumimoji="1" lang="ja-JP" altLang="en-US"/>
          </a:p>
        </p:txBody>
      </p:sp>
      <p:sp>
        <p:nvSpPr>
          <p:cNvPr id="27" name="テキスト プレースホルダー 21">
            <a:extLst>
              <a:ext uri="{FF2B5EF4-FFF2-40B4-BE49-F238E27FC236}">
                <a16:creationId xmlns:a16="http://schemas.microsoft.com/office/drawing/2014/main" id="{5A15F3D4-9540-57E3-95B7-CF07CD59D1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8425" y="4689893"/>
            <a:ext cx="485775" cy="1901296"/>
          </a:xfrm>
        </p:spPr>
        <p:txBody>
          <a:bodyPr vert="vert27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kumimoji="1" lang="ja-JP" altLang="en-US"/>
              <a:t>対応者</a:t>
            </a:r>
            <a:r>
              <a:rPr kumimoji="1" lang="en-US" altLang="ja-JP"/>
              <a:t>C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1903646"/>
      </p:ext>
      <p:ext uri="{D25805B6-9D04-4E6C-9519-BF893DD7720F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04344481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タイトルとコンテンツ（フッター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7">
            <a:extLst>
              <a:ext uri="{1CE69CAD-102A-4166-9A3D-053EF060F3F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AB2CD94-B226-4593-B9E0-33852E9D5AE2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/>
        <p:txBody>
          <a:bodyPr rtlCol="0"/>
          <a:lstStyle/>
          <a:p>
            <a:r>
              <a:rPr lang="ja-JP" altLang="en-US" dirty="0"/>
              <a:t>ワークフロー</a:t>
            </a:r>
            <a:endParaRPr lang="en-US" dirty="0"/>
          </a:p>
        </p:txBody>
      </p:sp>
      <p:sp>
        <p:nvSpPr>
          <p:cNvPr id="4" name="Slide Number Placeholder 5">
            <a:extLst>
              <a:ext uri="{20F5DEB2-3940-46F6-80DB-3E26E349D98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1D9CFA0B-EEE9-495C-AE23-032AA6FB3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1070" y="6565187"/>
            <a:ext cx="1168957" cy="2682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r">
              <a:defRPr lang="en-US" sz="1000" dirty="0">
                <a:solidFill>
                  <a:schemeClr val="bg1">
                    <a:lumMod val="50000"/>
                  </a:schemeClr>
                </a:solidFill>
                <a:latin typeface="Noto Sans JP"/>
              </a:defRPr>
            </a:lvl1pPr>
          </a:lstStyle>
          <a:p>
            <a:fld id="{250CF182-D6EB-1D46-8887-869AB31EBBE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Date Placeholder 3" hidden="1">
            <a:extLst>
              <a:ext uri="{AEC2ED32-5AD8-4CCB-AAA4-9B2EBFFD2E0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1AE3D10E-52D7-4946-86CA-AFE21A9076DC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016003" y="6260039"/>
            <a:ext cx="2186093" cy="381000"/>
          </a:xfrm>
        </p:spPr>
        <p:txBody>
          <a:bodyPr rtlCol="0"/>
          <a:lstStyle>
            <a:lvl1pPr lvl="0"/>
          </a:lstStyle>
          <a:p>
            <a:fld id="{87D211AE-B1E5-1943-A395-8377474F1C01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Footer Placeholder 4" hidden="1">
            <a:extLst>
              <a:ext uri="{85377EC2-6AF0-4C36-82A8-3F5F169FDD9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6B91600-E0B2-44BE-939F-E2E600282FA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3327397" y="6248400"/>
            <a:ext cx="6908800" cy="381000"/>
          </a:xfrm>
        </p:spPr>
        <p:txBody>
          <a:bodyPr rtlCol="0"/>
          <a:lstStyle>
            <a:lvl1pPr lvl="0"/>
          </a:lstStyle>
          <a:p>
            <a:endParaRPr kumimoji="1" lang="ja-JP" altLang="en-US"/>
          </a:p>
        </p:txBody>
      </p:sp>
      <p:pic>
        <p:nvPicPr>
          <p:cNvPr id="9" name="図 7" descr="図形&#10;&#10;中程度の精度で自動的に生成された説明">
            <a:extLst>
              <a:ext uri="{FF2B5EF4-FFF2-40B4-BE49-F238E27FC236}">
                <a16:creationId xmlns:a16="http://schemas.microsoft.com/office/drawing/2014/main" id="{D5D127AC-D80A-F74C-A2F6-987C22968A9D}"/>
              </a:ext>
              <a:ext uri="{87A9AA1C-E287-47C0-9779-13CEA607255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D7B2DBC-AB60-4C44-A7F7-DD9CA834F4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1999" b="-41999"/>
          <a:stretch>
            <a:fillRect/>
          </a:stretch>
        </p:blipFill>
        <p:spPr>
          <a:xfrm>
            <a:off x="10729179" y="253517"/>
            <a:ext cx="1125426" cy="554369"/>
          </a:xfrm>
          <a:prstGeom prst="rect">
            <a:avLst/>
          </a:prstGeom>
          <a:noFill/>
        </p:spPr>
      </p:pic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2FF9E8F-0493-BD84-6F80-8187A835F43A}"/>
              </a:ext>
              <a:ext uri="{7359EA92-4AF1-4518-A120-EB41D25DD3D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C348D6B-A269-4449-8245-903574EA0FB0}"/>
              </a:ext>
            </a:extLst>
          </p:cNvPr>
          <p:cNvCxnSpPr/>
          <p:nvPr/>
        </p:nvCxnSpPr>
        <p:spPr>
          <a:xfrm rot="10800000" flipH="1">
            <a:off x="359902" y="771525"/>
            <a:ext cx="11520944" cy="0"/>
          </a:xfrm>
          <a:prstGeom prst="line">
            <a:avLst/>
          </a:prstGeom>
          <a:ln>
            <a:solidFill>
              <a:srgbClr val="2318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BF1BEA5-531B-121C-CD26-A9C2AB0A0B9A}"/>
              </a:ext>
            </a:extLst>
          </p:cNvPr>
          <p:cNvSpPr/>
          <p:nvPr/>
        </p:nvSpPr>
        <p:spPr>
          <a:xfrm>
            <a:off x="99152" y="881361"/>
            <a:ext cx="12007495" cy="1393275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6BA27A0-19C9-698C-F654-2075C6729A87}"/>
              </a:ext>
            </a:extLst>
          </p:cNvPr>
          <p:cNvSpPr/>
          <p:nvPr/>
        </p:nvSpPr>
        <p:spPr>
          <a:xfrm>
            <a:off x="99152" y="2265251"/>
            <a:ext cx="12007495" cy="1393275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D117147-45CF-01E4-76C6-16A7615FFB79}"/>
              </a:ext>
            </a:extLst>
          </p:cNvPr>
          <p:cNvSpPr/>
          <p:nvPr/>
        </p:nvSpPr>
        <p:spPr>
          <a:xfrm>
            <a:off x="99152" y="3668802"/>
            <a:ext cx="12007495" cy="1393275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790EC9C-7710-19A2-70D6-4FFB6D7D58CF}"/>
              </a:ext>
            </a:extLst>
          </p:cNvPr>
          <p:cNvSpPr/>
          <p:nvPr/>
        </p:nvSpPr>
        <p:spPr>
          <a:xfrm>
            <a:off x="99153" y="875414"/>
            <a:ext cx="484742" cy="139327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vert270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0786D84-B0F3-6423-7221-4A1B3B745005}"/>
              </a:ext>
            </a:extLst>
          </p:cNvPr>
          <p:cNvSpPr/>
          <p:nvPr/>
        </p:nvSpPr>
        <p:spPr>
          <a:xfrm>
            <a:off x="99153" y="2259304"/>
            <a:ext cx="484742" cy="139327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vert270" rtlCol="0" anchor="ctr"/>
          <a:lstStyle/>
          <a:p>
            <a:pPr algn="ctr"/>
            <a:endParaRPr kumimoji="1" lang="ja-JP" altLang="en-US" sz="1400" b="1">
              <a:solidFill>
                <a:schemeClr val="tx1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67BB476-4F89-C78C-C6F0-094DE7696845}"/>
              </a:ext>
            </a:extLst>
          </p:cNvPr>
          <p:cNvSpPr/>
          <p:nvPr/>
        </p:nvSpPr>
        <p:spPr>
          <a:xfrm>
            <a:off x="99153" y="3668802"/>
            <a:ext cx="484742" cy="139327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vert270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2832097A-DAE9-43BC-65DD-EDDBF28F2F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425" y="878057"/>
            <a:ext cx="485775" cy="1388125"/>
          </a:xfrm>
        </p:spPr>
        <p:txBody>
          <a:bodyPr vert="vert27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kumimoji="1" lang="ja-JP" altLang="en-US"/>
              <a:t>対応者</a:t>
            </a:r>
            <a:r>
              <a:rPr kumimoji="1" lang="en-US" altLang="ja-JP"/>
              <a:t>A</a:t>
            </a:r>
            <a:endParaRPr kumimoji="1" lang="ja-JP" altLang="en-US"/>
          </a:p>
        </p:txBody>
      </p:sp>
      <p:sp>
        <p:nvSpPr>
          <p:cNvPr id="23" name="テキスト プレースホルダー 21">
            <a:extLst>
              <a:ext uri="{FF2B5EF4-FFF2-40B4-BE49-F238E27FC236}">
                <a16:creationId xmlns:a16="http://schemas.microsoft.com/office/drawing/2014/main" id="{10CC3836-37EE-16E4-B260-737D8EB4F7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8425" y="2272964"/>
            <a:ext cx="485775" cy="1388125"/>
          </a:xfrm>
        </p:spPr>
        <p:txBody>
          <a:bodyPr vert="vert27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kumimoji="1" lang="ja-JP" altLang="en-US"/>
              <a:t>対応者</a:t>
            </a:r>
            <a:r>
              <a:rPr kumimoji="1" lang="en-US" altLang="ja-JP"/>
              <a:t>B</a:t>
            </a:r>
            <a:endParaRPr kumimoji="1" lang="ja-JP" altLang="en-US"/>
          </a:p>
        </p:txBody>
      </p:sp>
      <p:sp>
        <p:nvSpPr>
          <p:cNvPr id="27" name="テキスト プレースホルダー 21">
            <a:extLst>
              <a:ext uri="{FF2B5EF4-FFF2-40B4-BE49-F238E27FC236}">
                <a16:creationId xmlns:a16="http://schemas.microsoft.com/office/drawing/2014/main" id="{5A15F3D4-9540-57E3-95B7-CF07CD59D1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8425" y="3671377"/>
            <a:ext cx="485775" cy="1388125"/>
          </a:xfrm>
        </p:spPr>
        <p:txBody>
          <a:bodyPr vert="vert27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kumimoji="1" lang="ja-JP" altLang="en-US"/>
              <a:t>対応者</a:t>
            </a:r>
            <a:r>
              <a:rPr kumimoji="1" lang="en-US" altLang="ja-JP"/>
              <a:t>C</a:t>
            </a:r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A70E5BB-5356-A4A6-E35E-B97C2A2CC88E}"/>
              </a:ext>
            </a:extLst>
          </p:cNvPr>
          <p:cNvSpPr/>
          <p:nvPr/>
        </p:nvSpPr>
        <p:spPr>
          <a:xfrm>
            <a:off x="99152" y="5067944"/>
            <a:ext cx="12007495" cy="1393275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B1DBD6D-DD59-24D9-7BA8-FBB83F69F285}"/>
              </a:ext>
            </a:extLst>
          </p:cNvPr>
          <p:cNvSpPr/>
          <p:nvPr/>
        </p:nvSpPr>
        <p:spPr>
          <a:xfrm>
            <a:off x="99153" y="5067944"/>
            <a:ext cx="484742" cy="139327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vert270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8" name="テキスト プレースホルダー 21">
            <a:extLst>
              <a:ext uri="{FF2B5EF4-FFF2-40B4-BE49-F238E27FC236}">
                <a16:creationId xmlns:a16="http://schemas.microsoft.com/office/drawing/2014/main" id="{63787827-35A9-9FBD-DD29-A8A8C8B31D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425" y="5070519"/>
            <a:ext cx="485775" cy="1388125"/>
          </a:xfrm>
        </p:spPr>
        <p:txBody>
          <a:bodyPr vert="vert27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kumimoji="1" lang="ja-JP" altLang="en-US"/>
              <a:t>対応者</a:t>
            </a:r>
            <a:r>
              <a:rPr kumimoji="1" lang="en-US" altLang="ja-JP"/>
              <a:t>D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2832918"/>
      </p:ext>
      <p:ext uri="{D25805B6-9D04-4E6C-9519-BF893DD7720F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04344481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タイトルとコンテンツ（フッター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7">
            <a:extLst>
              <a:ext uri="{1CE69CAD-102A-4166-9A3D-053EF060F3F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AB2CD94-B226-4593-B9E0-33852E9D5AE2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/>
        <p:txBody>
          <a:bodyPr rtlCol="0"/>
          <a:lstStyle/>
          <a:p>
            <a:r>
              <a:rPr lang="ja-JP" altLang="en-US" dirty="0"/>
              <a:t>ワークフロー</a:t>
            </a:r>
            <a:endParaRPr lang="en-US" dirty="0"/>
          </a:p>
        </p:txBody>
      </p:sp>
      <p:sp>
        <p:nvSpPr>
          <p:cNvPr id="5" name="Date Placeholder 3" hidden="1">
            <a:extLst>
              <a:ext uri="{AEC2ED32-5AD8-4CCB-AAA4-9B2EBFFD2E0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AE3D10E-52D7-4946-86CA-AFE21A9076DC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016003" y="6260039"/>
            <a:ext cx="2186093" cy="381000"/>
          </a:xfrm>
        </p:spPr>
        <p:txBody>
          <a:bodyPr rtlCol="0"/>
          <a:lstStyle>
            <a:lvl1pPr lvl="0"/>
          </a:lstStyle>
          <a:p>
            <a:fld id="{87D211AE-B1E5-1943-A395-8377474F1C01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Footer Placeholder 4" hidden="1">
            <a:extLst>
              <a:ext uri="{85377EC2-6AF0-4C36-82A8-3F5F169FDD9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6B91600-E0B2-44BE-939F-E2E600282FA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3327397" y="6248400"/>
            <a:ext cx="6908800" cy="381000"/>
          </a:xfrm>
        </p:spPr>
        <p:txBody>
          <a:bodyPr rtlCol="0"/>
          <a:lstStyle>
            <a:lvl1pPr lvl="0"/>
          </a:lstStyle>
          <a:p>
            <a:endParaRPr kumimoji="1" lang="ja-JP" altLang="en-US"/>
          </a:p>
        </p:txBody>
      </p:sp>
      <p:pic>
        <p:nvPicPr>
          <p:cNvPr id="9" name="図 7" descr="図形&#10;&#10;中程度の精度で自動的に生成された説明">
            <a:extLst>
              <a:ext uri="{FF2B5EF4-FFF2-40B4-BE49-F238E27FC236}">
                <a16:creationId xmlns:a16="http://schemas.microsoft.com/office/drawing/2014/main" id="{D5D127AC-D80A-F74C-A2F6-987C22968A9D}"/>
              </a:ext>
              <a:ext uri="{87A9AA1C-E287-47C0-9779-13CEA607255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D7B2DBC-AB60-4C44-A7F7-DD9CA834F4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1999" b="-41999"/>
          <a:stretch>
            <a:fillRect/>
          </a:stretch>
        </p:blipFill>
        <p:spPr>
          <a:xfrm>
            <a:off x="10729179" y="253517"/>
            <a:ext cx="1125426" cy="554369"/>
          </a:xfrm>
          <a:prstGeom prst="rect">
            <a:avLst/>
          </a:prstGeom>
          <a:noFill/>
        </p:spPr>
      </p:pic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2FF9E8F-0493-BD84-6F80-8187A835F43A}"/>
              </a:ext>
              <a:ext uri="{7359EA92-4AF1-4518-A120-EB41D25DD3DC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C348D6B-A269-4449-8245-903574EA0FB0}"/>
              </a:ext>
            </a:extLst>
          </p:cNvPr>
          <p:cNvCxnSpPr>
            <a:cxnSpLocks/>
          </p:cNvCxnSpPr>
          <p:nvPr/>
        </p:nvCxnSpPr>
        <p:spPr>
          <a:xfrm>
            <a:off x="359902" y="771525"/>
            <a:ext cx="11520944" cy="0"/>
          </a:xfrm>
          <a:prstGeom prst="line">
            <a:avLst/>
          </a:prstGeom>
          <a:ln>
            <a:solidFill>
              <a:srgbClr val="2318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BF1BEA5-531B-121C-CD26-A9C2AB0A0B9A}"/>
              </a:ext>
            </a:extLst>
          </p:cNvPr>
          <p:cNvSpPr/>
          <p:nvPr/>
        </p:nvSpPr>
        <p:spPr>
          <a:xfrm>
            <a:off x="99152" y="826277"/>
            <a:ext cx="12007495" cy="100235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6BA27A0-19C9-698C-F654-2075C6729A87}"/>
              </a:ext>
            </a:extLst>
          </p:cNvPr>
          <p:cNvSpPr/>
          <p:nvPr/>
        </p:nvSpPr>
        <p:spPr>
          <a:xfrm>
            <a:off x="99152" y="1825200"/>
            <a:ext cx="12007495" cy="100235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D117147-45CF-01E4-76C6-16A7615FFB79}"/>
              </a:ext>
            </a:extLst>
          </p:cNvPr>
          <p:cNvSpPr/>
          <p:nvPr/>
        </p:nvSpPr>
        <p:spPr>
          <a:xfrm>
            <a:off x="99152" y="2824123"/>
            <a:ext cx="12007495" cy="100235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790EC9C-7710-19A2-70D6-4FFB6D7D58CF}"/>
              </a:ext>
            </a:extLst>
          </p:cNvPr>
          <p:cNvSpPr/>
          <p:nvPr/>
        </p:nvSpPr>
        <p:spPr>
          <a:xfrm>
            <a:off x="99153" y="820330"/>
            <a:ext cx="484742" cy="10023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vert270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0786D84-B0F3-6423-7221-4A1B3B745005}"/>
              </a:ext>
            </a:extLst>
          </p:cNvPr>
          <p:cNvSpPr/>
          <p:nvPr/>
        </p:nvSpPr>
        <p:spPr>
          <a:xfrm>
            <a:off x="99153" y="1822439"/>
            <a:ext cx="484742" cy="10023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vert270" rtlCol="0" anchor="ctr"/>
          <a:lstStyle/>
          <a:p>
            <a:pPr algn="ctr"/>
            <a:endParaRPr kumimoji="1" lang="ja-JP" altLang="en-US" sz="1400" b="1">
              <a:solidFill>
                <a:schemeClr val="tx1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67BB476-4F89-C78C-C6F0-094DE7696845}"/>
              </a:ext>
            </a:extLst>
          </p:cNvPr>
          <p:cNvSpPr/>
          <p:nvPr/>
        </p:nvSpPr>
        <p:spPr>
          <a:xfrm>
            <a:off x="99153" y="2841128"/>
            <a:ext cx="484742" cy="10023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vert270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2832097A-DAE9-43BC-65DD-EDDBF28F2F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425" y="822972"/>
            <a:ext cx="485775" cy="998645"/>
          </a:xfrm>
        </p:spPr>
        <p:txBody>
          <a:bodyPr vert="vert27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kumimoji="1" lang="ja-JP" altLang="en-US"/>
              <a:t>対応者</a:t>
            </a:r>
            <a:r>
              <a:rPr kumimoji="1" lang="en-US" altLang="ja-JP"/>
              <a:t>A</a:t>
            </a:r>
            <a:endParaRPr kumimoji="1" lang="ja-JP" altLang="en-US"/>
          </a:p>
        </p:txBody>
      </p:sp>
      <p:sp>
        <p:nvSpPr>
          <p:cNvPr id="23" name="テキスト プレースホルダー 21">
            <a:extLst>
              <a:ext uri="{FF2B5EF4-FFF2-40B4-BE49-F238E27FC236}">
                <a16:creationId xmlns:a16="http://schemas.microsoft.com/office/drawing/2014/main" id="{10CC3836-37EE-16E4-B260-737D8EB4F7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8425" y="1842286"/>
            <a:ext cx="485775" cy="998645"/>
          </a:xfrm>
        </p:spPr>
        <p:txBody>
          <a:bodyPr vert="vert27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kumimoji="1" lang="ja-JP" altLang="en-US"/>
              <a:t>対応者</a:t>
            </a:r>
            <a:r>
              <a:rPr kumimoji="1" lang="en-US" altLang="ja-JP"/>
              <a:t>B</a:t>
            </a:r>
            <a:endParaRPr kumimoji="1" lang="ja-JP" altLang="en-US"/>
          </a:p>
        </p:txBody>
      </p:sp>
      <p:sp>
        <p:nvSpPr>
          <p:cNvPr id="27" name="テキスト プレースホルダー 21">
            <a:extLst>
              <a:ext uri="{FF2B5EF4-FFF2-40B4-BE49-F238E27FC236}">
                <a16:creationId xmlns:a16="http://schemas.microsoft.com/office/drawing/2014/main" id="{5A15F3D4-9540-57E3-95B7-CF07CD59D1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8425" y="2824548"/>
            <a:ext cx="485775" cy="998645"/>
          </a:xfrm>
        </p:spPr>
        <p:txBody>
          <a:bodyPr vert="vert27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kumimoji="1" lang="ja-JP" altLang="en-US"/>
              <a:t>対応者</a:t>
            </a:r>
            <a:r>
              <a:rPr kumimoji="1" lang="en-US" altLang="ja-JP"/>
              <a:t>C</a:t>
            </a:r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A70E5BB-5356-A4A6-E35E-B97C2A2CC88E}"/>
              </a:ext>
            </a:extLst>
          </p:cNvPr>
          <p:cNvSpPr/>
          <p:nvPr/>
        </p:nvSpPr>
        <p:spPr>
          <a:xfrm>
            <a:off x="99152" y="3823046"/>
            <a:ext cx="12007495" cy="100235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B1DBD6D-DD59-24D9-7BA8-FBB83F69F285}"/>
              </a:ext>
            </a:extLst>
          </p:cNvPr>
          <p:cNvSpPr/>
          <p:nvPr/>
        </p:nvSpPr>
        <p:spPr>
          <a:xfrm>
            <a:off x="99153" y="3822952"/>
            <a:ext cx="484742" cy="10023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vert270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8" name="テキスト プレースホルダー 21">
            <a:extLst>
              <a:ext uri="{FF2B5EF4-FFF2-40B4-BE49-F238E27FC236}">
                <a16:creationId xmlns:a16="http://schemas.microsoft.com/office/drawing/2014/main" id="{63787827-35A9-9FBD-DD29-A8A8C8B31D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425" y="3829413"/>
            <a:ext cx="485775" cy="998645"/>
          </a:xfrm>
        </p:spPr>
        <p:txBody>
          <a:bodyPr vert="vert27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kumimoji="1" lang="ja-JP" altLang="en-US"/>
              <a:t>対応者</a:t>
            </a:r>
            <a:r>
              <a:rPr kumimoji="1" lang="en-US" altLang="ja-JP"/>
              <a:t>D</a:t>
            </a:r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72E833C-8A0B-0A1A-95A8-5B3921521567}"/>
              </a:ext>
            </a:extLst>
          </p:cNvPr>
          <p:cNvSpPr/>
          <p:nvPr/>
        </p:nvSpPr>
        <p:spPr>
          <a:xfrm>
            <a:off x="99152" y="4821969"/>
            <a:ext cx="12007495" cy="100235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6399000-679B-1B6F-E88B-992E8C1D4DB8}"/>
              </a:ext>
            </a:extLst>
          </p:cNvPr>
          <p:cNvSpPr/>
          <p:nvPr/>
        </p:nvSpPr>
        <p:spPr>
          <a:xfrm>
            <a:off x="99153" y="4840391"/>
            <a:ext cx="484742" cy="10023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vert270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20" name="テキスト プレースホルダー 21">
            <a:extLst>
              <a:ext uri="{FF2B5EF4-FFF2-40B4-BE49-F238E27FC236}">
                <a16:creationId xmlns:a16="http://schemas.microsoft.com/office/drawing/2014/main" id="{21F8A762-9B74-993A-03B2-D3611FBCC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8425" y="4825061"/>
            <a:ext cx="485775" cy="998645"/>
          </a:xfrm>
        </p:spPr>
        <p:txBody>
          <a:bodyPr vert="vert27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kumimoji="1" lang="ja-JP" altLang="en-US"/>
              <a:t>対応者</a:t>
            </a:r>
            <a:r>
              <a:rPr kumimoji="1" lang="en-US" altLang="ja-JP"/>
              <a:t>E</a:t>
            </a:r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FDE9BCB6-02A9-E661-3D78-1FDDC7561D05}"/>
              </a:ext>
            </a:extLst>
          </p:cNvPr>
          <p:cNvSpPr/>
          <p:nvPr/>
        </p:nvSpPr>
        <p:spPr>
          <a:xfrm>
            <a:off x="99152" y="5820893"/>
            <a:ext cx="12007495" cy="100235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45B134BE-317B-5909-4FCD-24302CB95187}"/>
              </a:ext>
            </a:extLst>
          </p:cNvPr>
          <p:cNvSpPr/>
          <p:nvPr/>
        </p:nvSpPr>
        <p:spPr>
          <a:xfrm>
            <a:off x="99153" y="5820893"/>
            <a:ext cx="484742" cy="10023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vert270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26" name="テキスト プレースホルダー 21">
            <a:extLst>
              <a:ext uri="{FF2B5EF4-FFF2-40B4-BE49-F238E27FC236}">
                <a16:creationId xmlns:a16="http://schemas.microsoft.com/office/drawing/2014/main" id="{BF05077F-AD0C-8228-A64C-657CABC91A3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8425" y="5823467"/>
            <a:ext cx="485775" cy="998645"/>
          </a:xfrm>
        </p:spPr>
        <p:txBody>
          <a:bodyPr vert="vert27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kumimoji="1" lang="ja-JP" altLang="en-US"/>
              <a:t>対応者</a:t>
            </a:r>
            <a:r>
              <a:rPr kumimoji="1" lang="en-US" altLang="ja-JP"/>
              <a:t>F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4171025"/>
      </p:ext>
      <p:ext uri="{D25805B6-9D04-4E6C-9519-BF893DD7720F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04344481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99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 hidden="1">
            <a:extLst>
              <a:ext uri="{FB750039-EBCB-4519-AF4F-34E35CCF6D6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0764FA5-91FF-4F88-8139-31171B890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fld id="{87D211AE-B1E5-1943-A395-8377474F1C01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3" name="Footer Placeholder 4" hidden="1">
            <a:extLst>
              <a:ext uri="{865224E4-CDA5-4F77-AEF9-667D593567E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6F78C86-F3B8-4F82-93CB-8D3434651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endParaRPr kumimoji="1" lang="ja-JP" altLang="en-US"/>
          </a:p>
        </p:txBody>
      </p:sp>
      <p:sp>
        <p:nvSpPr>
          <p:cNvPr id="4" name="Slide Number Placeholder 5" hidden="1">
            <a:extLst>
              <a:ext uri="{D2661479-B82D-413E-B3AC-A8A67B90A43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9E94C99-06FA-4079-AC6F-3041A3000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fld id="{250CF182-D6EB-1D46-8887-869AB31EBB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8595172"/>
      </p:ext>
      <p:ext uri="{09AEAF8A-0338-4223-8D8E-C06FEA102308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04344481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12192213" cy="6858295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82939" tIns="82939" rIns="82939" bIns="8293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33"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 flipH="1">
            <a:off x="2" y="0"/>
            <a:ext cx="12192212" cy="6858297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265151" y="114987"/>
            <a:ext cx="11360926" cy="47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814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ja-JP" altLang="en-US"/>
              <a:t>マスター タイトルの書式設定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11007968" y="6171011"/>
            <a:ext cx="731738" cy="524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179" b="1" i="0" u="none" strike="noStrike" cap="none">
                <a:solidFill>
                  <a:srgbClr val="666666"/>
                </a:solidFill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179" b="1" i="0" u="none" strike="noStrike" cap="none">
                <a:solidFill>
                  <a:srgbClr val="666666"/>
                </a:solidFill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179" b="1" i="0" u="none" strike="noStrike" cap="none">
                <a:solidFill>
                  <a:srgbClr val="666666"/>
                </a:solidFill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179" b="1" i="0" u="none" strike="noStrike" cap="none">
                <a:solidFill>
                  <a:srgbClr val="666666"/>
                </a:solidFill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179" b="1" i="0" u="none" strike="noStrike" cap="none">
                <a:solidFill>
                  <a:srgbClr val="666666"/>
                </a:solidFill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179" b="1" i="0" u="none" strike="noStrike" cap="none">
                <a:solidFill>
                  <a:srgbClr val="666666"/>
                </a:solidFill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179" b="1" i="0" u="none" strike="noStrike" cap="none">
                <a:solidFill>
                  <a:srgbClr val="666666"/>
                </a:solidFill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179" b="1" i="0" u="none" strike="noStrike" cap="none">
                <a:solidFill>
                  <a:srgbClr val="666666"/>
                </a:solidFill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179" b="1" i="0" u="none" strike="noStrike" cap="none">
                <a:solidFill>
                  <a:srgbClr val="666666"/>
                </a:solidFill>
              </a:defRPr>
            </a:lvl9pPr>
          </a:lstStyle>
          <a:p>
            <a:fld id="{250CF182-D6EB-1D46-8887-869AB31EBBE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4" name="Google Shape;14;p2"/>
          <p:cNvSpPr txBox="1"/>
          <p:nvPr/>
        </p:nvSpPr>
        <p:spPr>
          <a:xfrm>
            <a:off x="5201275" y="6371750"/>
            <a:ext cx="1852779" cy="30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39" tIns="82939" rIns="82939" bIns="82939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altLang="ja" sz="907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-US" altLang="ja" sz="907">
                <a:solidFill>
                  <a:srgbClr val="999999"/>
                </a:solidFill>
              </a:rPr>
              <a:t>NET FLAG</a:t>
            </a:r>
            <a:r>
              <a:rPr lang="ja" altLang="en-US" sz="907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ja" sz="907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INC.</a:t>
            </a:r>
            <a:endParaRPr sz="907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-40367" y="-16057"/>
            <a:ext cx="12232580" cy="6858295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82939" tIns="82939" rIns="82939" bIns="8293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33"/>
          </a:p>
        </p:txBody>
      </p:sp>
    </p:spTree>
    <p:extLst>
      <p:ext uri="{BB962C8B-B14F-4D97-AF65-F5344CB8AC3E}">
        <p14:creationId xmlns:p14="http://schemas.microsoft.com/office/powerpoint/2010/main" val="18499423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DD427F-D802-0116-25FA-870BD9A809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27362BA-DFAC-3F29-D271-0F9D7A8AA0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4111FE-69EF-0E5C-3465-D402060B4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211AE-B1E5-1943-A395-8377474F1C01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54DD8C-0D1C-AFBE-0D2A-B7D0103D4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A936C6-A41B-1E80-56EC-F66C432AE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F182-D6EB-1D46-8887-869AB31EBB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5400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7">
            <a:extLst>
              <a:ext uri="{A0EB559F-484B-47E4-A548-81E5BDAC4CF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D649306-C9B8-4977-9AB1-D9E77DDAFA77}"/>
              </a:ext>
            </a:extLst>
          </p:cNvPr>
          <p:cNvSpPr/>
          <p:nvPr/>
        </p:nvSpPr>
        <p:spPr>
          <a:xfrm>
            <a:off x="-5476" y="6533178"/>
            <a:ext cx="12197475" cy="332293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3" name="Title Placeholder 1">
            <a:extLst>
              <a:ext uri="{805B64E0-BAB2-472E-BD7C-244838DFC78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CD5ED78-69C9-488B-8B89-0D9D7EF15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02" y="253517"/>
            <a:ext cx="11532799" cy="5044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マスター タイトルの書式設定</a:t>
            </a:r>
          </a:p>
        </p:txBody>
      </p:sp>
      <p:sp>
        <p:nvSpPr>
          <p:cNvPr id="4" name="Text Placeholder 2">
            <a:extLst>
              <a:ext uri="{072B49A5-5601-4BE0-8D23-AA17209F7BA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4777F78-AC8D-495B-9C9C-E74AE648D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1973" y="931706"/>
            <a:ext cx="11548056" cy="537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マスター テキストの書式設定</a:t>
            </a:r>
          </a:p>
          <a:p>
            <a:pPr lvl="1"/>
            <a:r>
              <a:rPr lang="en-US" dirty="0"/>
              <a:t>第 2 レベル</a:t>
            </a:r>
          </a:p>
          <a:p>
            <a:pPr lvl="2"/>
            <a:r>
              <a:rPr lang="en-US" dirty="0"/>
              <a:t>第 3 レベル</a:t>
            </a:r>
          </a:p>
          <a:p>
            <a:pPr lvl="3"/>
            <a:r>
              <a:rPr lang="en-US" dirty="0"/>
              <a:t>第 4 レベル</a:t>
            </a:r>
          </a:p>
          <a:p>
            <a:pPr lvl="4"/>
            <a:r>
              <a:rPr lang="en-US" dirty="0"/>
              <a:t>第 5 レベル</a:t>
            </a:r>
          </a:p>
        </p:txBody>
      </p:sp>
      <p:sp>
        <p:nvSpPr>
          <p:cNvPr id="5" name="Slide Number Placeholder 5">
            <a:extLst>
              <a:ext uri="{E3700A8C-F4CE-42D3-8FE9-A8E90DBDECC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478AA7A-3727-4702-9292-22CEA5F60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1070" y="6565187"/>
            <a:ext cx="1168957" cy="2682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r">
              <a:defRPr lang="en-US" sz="1000" dirty="0">
                <a:solidFill>
                  <a:srgbClr val="231815"/>
                </a:solidFill>
                <a:latin typeface="Noto Sans JP"/>
              </a:defRPr>
            </a:lvl1pPr>
          </a:lstStyle>
          <a:p>
            <a:fld id="{250CF182-D6EB-1D46-8887-869AB31EBBE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C3E862D6-1DD9-48C4-8256-24529DB134A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259445D-3C6F-4737-A480-94A44ED80089}"/>
              </a:ext>
            </a:extLst>
          </p:cNvPr>
          <p:cNvSpPr txBox="1"/>
          <p:nvPr/>
        </p:nvSpPr>
        <p:spPr>
          <a:xfrm>
            <a:off x="321806" y="6565187"/>
            <a:ext cx="2352905" cy="2682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lvl="0" algn="r" rtl="0">
              <a:defRPr lang="en-US" sz="1100" dirty="0">
                <a:solidFill>
                  <a:schemeClr val="bg1">
                    <a:lumMod val="50000"/>
                  </a:schemeClr>
                </a:solidFill>
                <a:latin typeface="Noto Sans JP"/>
              </a:defRPr>
            </a:lvl1pPr>
            <a:lvl2pPr marL="457200" lvl="1" algn="l" rtl="0">
              <a:defRPr lang="en-US" sz="1800" dirty="0">
                <a:solidFill>
                  <a:schemeClr val="tx1"/>
                </a:solidFill>
                <a:latin typeface="+mn-lt"/>
              </a:defRPr>
            </a:lvl2pPr>
            <a:lvl3pPr marL="914400" lvl="2" algn="l" rtl="0">
              <a:defRPr lang="en-US" sz="1800" dirty="0">
                <a:solidFill>
                  <a:schemeClr val="tx1"/>
                </a:solidFill>
                <a:latin typeface="+mn-lt"/>
              </a:defRPr>
            </a:lvl3pPr>
            <a:lvl4pPr marL="1371600" lvl="3" algn="l" rtl="0">
              <a:defRPr lang="en-US" sz="1800" dirty="0">
                <a:solidFill>
                  <a:schemeClr val="tx1"/>
                </a:solidFill>
                <a:latin typeface="+mn-lt"/>
              </a:defRPr>
            </a:lvl4pPr>
            <a:lvl5pPr marL="1828800" lvl="4" algn="l" rtl="0">
              <a:defRPr lang="en-US" sz="1800" dirty="0">
                <a:solidFill>
                  <a:schemeClr val="tx1"/>
                </a:solidFill>
                <a:latin typeface="+mn-lt"/>
              </a:defRPr>
            </a:lvl5pPr>
            <a:lvl6pPr marL="2286000" lvl="5" algn="l" rtl="0">
              <a:defRPr lang="en-US" sz="1800" dirty="0">
                <a:solidFill>
                  <a:schemeClr val="tx1"/>
                </a:solidFill>
                <a:latin typeface="+mn-lt"/>
              </a:defRPr>
            </a:lvl6pPr>
            <a:lvl7pPr marL="2743200" lvl="6" algn="l" rtl="0">
              <a:defRPr lang="en-US" sz="1800" dirty="0">
                <a:solidFill>
                  <a:schemeClr val="tx1"/>
                </a:solidFill>
                <a:latin typeface="+mn-lt"/>
              </a:defRPr>
            </a:lvl7pPr>
            <a:lvl8pPr marL="3200400" lvl="7" algn="l" rtl="0">
              <a:defRPr lang="en-US" sz="1800" dirty="0">
                <a:solidFill>
                  <a:schemeClr val="tx1"/>
                </a:solidFill>
                <a:latin typeface="+mn-lt"/>
              </a:defRPr>
            </a:lvl8pPr>
            <a:lvl9pPr marL="3657600" lvl="8" algn="l" rtl="0">
              <a:defRPr lang="en-US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algn="l"/>
            <a:r>
              <a:rPr lang="en-US" sz="1000" dirty="0">
                <a:solidFill>
                  <a:srgbClr val="231815"/>
                </a:solidFill>
              </a:rPr>
              <a:t>©︎  dotThink Co., Ltd.</a:t>
            </a:r>
          </a:p>
        </p:txBody>
      </p:sp>
      <p:pic>
        <p:nvPicPr>
          <p:cNvPr id="7" name="図 7" descr="図形&#10;&#10;中程度の精度で自動的に生成された説明">
            <a:extLst>
              <a:ext uri="{87A9AA1C-E287-47C0-9779-13CEA607255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D7B2DBC-AB60-4C44-A7F7-DD9CA834F4D8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-41999" b="-41999"/>
          <a:stretch>
            <a:fillRect/>
          </a:stretch>
        </p:blipFill>
        <p:spPr>
          <a:xfrm>
            <a:off x="10729179" y="253517"/>
            <a:ext cx="1125426" cy="554369"/>
          </a:xfrm>
          <a:prstGeom prst="rect">
            <a:avLst/>
          </a:prstGeom>
          <a:noFill/>
        </p:spPr>
      </p:pic>
      <p:sp>
        <p:nvSpPr>
          <p:cNvPr id="8" name="Footer Placeholder 4" hidden="1">
            <a:extLst>
              <a:ext uri="{19A68195-C25B-490D-8325-6D989E039FE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BE681CB-0736-4666-B908-573E622411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27400" y="6248400"/>
            <a:ext cx="6908800" cy="381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kumimoji="1" lang="ja-JP" altLang="en-US"/>
          </a:p>
        </p:txBody>
      </p:sp>
      <p:sp>
        <p:nvSpPr>
          <p:cNvPr id="9" name="Date Placeholder 3" hidden="1">
            <a:extLst>
              <a:ext uri="{241DE7C5-5BF1-4C48-8FE4-7340A368D23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4BD4B2C-64D8-40EF-B9E4-1D027703B0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16000" y="6260044"/>
            <a:ext cx="2186093" cy="381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87D211AE-B1E5-1943-A395-8377474F1C01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cxnSp>
        <p:nvCxnSpPr>
          <p:cNvPr id="10" name="直線コネクタ 9">
            <a:extLst>
              <a:ext uri="{7359EA92-4AF1-4518-A120-EB41D25DD3D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C348D6B-A269-4449-8245-903574EA0FB0}"/>
              </a:ext>
            </a:extLst>
          </p:cNvPr>
          <p:cNvCxnSpPr/>
          <p:nvPr/>
        </p:nvCxnSpPr>
        <p:spPr>
          <a:xfrm rot="10800000" flipH="1">
            <a:off x="359902" y="771525"/>
            <a:ext cx="11520944" cy="0"/>
          </a:xfrm>
          <a:prstGeom prst="line">
            <a:avLst/>
          </a:prstGeom>
          <a:ln>
            <a:solidFill>
              <a:srgbClr val="2318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791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lvl="0" algn="l" rtl="0" eaLnBrk="1" hangingPunct="1">
        <a:lnSpc>
          <a:spcPct val="90000"/>
        </a:lnSpc>
        <a:spcBef>
          <a:spcPct val="0"/>
        </a:spcBef>
        <a:buNone/>
        <a:defRPr kumimoji="1" lang="en-US" sz="2000" b="1" dirty="0">
          <a:solidFill>
            <a:srgbClr val="231815"/>
          </a:solidFill>
          <a:latin typeface="Noto Sans JP"/>
        </a:defRPr>
      </a:lvl1pPr>
    </p:titleStyle>
    <p:bodyStyle>
      <a:lvl1pPr marL="228600" lvl="0" indent="-228600" algn="l" rtl="0" eaLnBrk="1" hangingPunct="1">
        <a:lnSpc>
          <a:spcPct val="160000"/>
        </a:lnSpc>
        <a:spcBef>
          <a:spcPts val="1000"/>
        </a:spcBef>
        <a:buFont typeface="Arial"/>
        <a:buChar char="•"/>
        <a:defRPr kumimoji="1" lang="en-US" sz="1600" spc="0" baseline="0" dirty="0">
          <a:solidFill>
            <a:srgbClr val="231815"/>
          </a:solidFill>
          <a:latin typeface="Noto Sans JP"/>
        </a:defRPr>
      </a:lvl1pPr>
      <a:lvl2pPr marL="685800" lvl="1" indent="-228600" algn="l" rtl="0" eaLnBrk="1" hangingPunct="1">
        <a:lnSpc>
          <a:spcPct val="120000"/>
        </a:lnSpc>
        <a:spcBef>
          <a:spcPts val="500"/>
        </a:spcBef>
        <a:buFont typeface="Arial"/>
        <a:buChar char="•"/>
        <a:defRPr kumimoji="1" lang="en-US" sz="1600" spc="0" baseline="0" dirty="0">
          <a:solidFill>
            <a:srgbClr val="231815"/>
          </a:solidFill>
          <a:latin typeface="Noto Sans JP"/>
        </a:defRPr>
      </a:lvl2pPr>
      <a:lvl3pPr marL="1143000" lvl="2" indent="-228600" algn="l" rtl="0" eaLnBrk="1" hangingPunct="1">
        <a:lnSpc>
          <a:spcPct val="120000"/>
        </a:lnSpc>
        <a:spcBef>
          <a:spcPts val="500"/>
        </a:spcBef>
        <a:buFont typeface="Arial"/>
        <a:buChar char="•"/>
        <a:defRPr kumimoji="1" lang="en-US" sz="1600" spc="0" baseline="0" dirty="0">
          <a:solidFill>
            <a:srgbClr val="231815"/>
          </a:solidFill>
          <a:latin typeface="Noto Sans JP"/>
        </a:defRPr>
      </a:lvl3pPr>
      <a:lvl4pPr marL="1600200" lvl="3" indent="-228600" algn="l" rtl="0" eaLnBrk="1" hangingPunct="1">
        <a:lnSpc>
          <a:spcPct val="120000"/>
        </a:lnSpc>
        <a:spcBef>
          <a:spcPts val="500"/>
        </a:spcBef>
        <a:buFont typeface="Arial"/>
        <a:buChar char="•"/>
        <a:defRPr kumimoji="1" lang="en-US" sz="1600" spc="0" baseline="0" dirty="0">
          <a:solidFill>
            <a:srgbClr val="231815"/>
          </a:solidFill>
          <a:latin typeface="Noto Sans JP"/>
        </a:defRPr>
      </a:lvl4pPr>
      <a:lvl5pPr marL="2057400" lvl="4" indent="-228600" algn="l" rtl="0" eaLnBrk="1" hangingPunct="1">
        <a:lnSpc>
          <a:spcPct val="120000"/>
        </a:lnSpc>
        <a:spcBef>
          <a:spcPts val="500"/>
        </a:spcBef>
        <a:buFont typeface="Arial"/>
        <a:buChar char="•"/>
        <a:defRPr kumimoji="1" lang="en-US" sz="1600" spc="0" baseline="0" dirty="0">
          <a:solidFill>
            <a:srgbClr val="231815"/>
          </a:solidFill>
          <a:latin typeface="Noto Sans JP"/>
        </a:defRPr>
      </a:lvl5pPr>
      <a:lvl6pPr marL="2514600" lvl="5" indent="-228600" algn="l" rtl="0" eaLnBrk="1" hangingPunct="1">
        <a:lnSpc>
          <a:spcPct val="90000"/>
        </a:lnSpc>
        <a:spcBef>
          <a:spcPts val="500"/>
        </a:spcBef>
        <a:buFont typeface="Arial"/>
        <a:buChar char="•"/>
        <a:defRPr kumimoji="1" lang="en-US" sz="1800" dirty="0">
          <a:solidFill>
            <a:schemeClr val="tx1"/>
          </a:solidFill>
          <a:latin typeface="+mn-lt"/>
        </a:defRPr>
      </a:lvl6pPr>
      <a:lvl7pPr marL="2971800" lvl="6" indent="-228600" algn="l" rtl="0" eaLnBrk="1" hangingPunct="1">
        <a:lnSpc>
          <a:spcPct val="90000"/>
        </a:lnSpc>
        <a:spcBef>
          <a:spcPts val="500"/>
        </a:spcBef>
        <a:buFont typeface="Arial"/>
        <a:buChar char="•"/>
        <a:defRPr kumimoji="1" lang="en-US" sz="1800" dirty="0">
          <a:solidFill>
            <a:schemeClr val="tx1"/>
          </a:solidFill>
          <a:latin typeface="+mn-lt"/>
        </a:defRPr>
      </a:lvl7pPr>
      <a:lvl8pPr marL="3429000" lvl="7" indent="-228600" algn="l" rtl="0" eaLnBrk="1" hangingPunct="1">
        <a:lnSpc>
          <a:spcPct val="90000"/>
        </a:lnSpc>
        <a:spcBef>
          <a:spcPts val="500"/>
        </a:spcBef>
        <a:buFont typeface="Arial"/>
        <a:buChar char="•"/>
        <a:defRPr kumimoji="1" lang="en-US" sz="1800" dirty="0">
          <a:solidFill>
            <a:schemeClr val="tx1"/>
          </a:solidFill>
          <a:latin typeface="+mn-lt"/>
        </a:defRPr>
      </a:lvl8pPr>
      <a:lvl9pPr marL="3886200" lvl="8" indent="-228600" algn="l" rtl="0" eaLnBrk="1" hangingPunct="1">
        <a:lnSpc>
          <a:spcPct val="90000"/>
        </a:lnSpc>
        <a:spcBef>
          <a:spcPts val="500"/>
        </a:spcBef>
        <a:buFont typeface="Arial"/>
        <a:buChar char="•"/>
        <a:defRPr kumimoji="1" lang="en-US" sz="1800" dirty="0">
          <a:solidFill>
            <a:schemeClr val="tx1"/>
          </a:solidFill>
          <a:latin typeface="+mn-lt"/>
        </a:defRPr>
      </a:lvl9pPr>
    </p:bodyStyle>
    <p:otherStyle>
      <a:lvl1pPr marL="0" lvl="0" algn="l" rtl="0" eaLnBrk="1" hangingPunct="1">
        <a:defRPr kumimoji="1" lang="en-US" sz="1800" dirty="0">
          <a:solidFill>
            <a:schemeClr val="tx1"/>
          </a:solidFill>
          <a:latin typeface="+mn-lt"/>
        </a:defRPr>
      </a:lvl1pPr>
      <a:lvl2pPr marL="457200" lvl="1" algn="l" rtl="0" eaLnBrk="1" hangingPunct="1">
        <a:defRPr kumimoji="1" lang="en-US" sz="1800" dirty="0">
          <a:solidFill>
            <a:schemeClr val="tx1"/>
          </a:solidFill>
          <a:latin typeface="+mn-lt"/>
        </a:defRPr>
      </a:lvl2pPr>
      <a:lvl3pPr marL="914400" lvl="2" algn="l" rtl="0" eaLnBrk="1" hangingPunct="1">
        <a:defRPr kumimoji="1" lang="en-US" sz="1800" dirty="0">
          <a:solidFill>
            <a:schemeClr val="tx1"/>
          </a:solidFill>
          <a:latin typeface="+mn-lt"/>
        </a:defRPr>
      </a:lvl3pPr>
      <a:lvl4pPr marL="1371600" lvl="3" algn="l" rtl="0" eaLnBrk="1" hangingPunct="1">
        <a:defRPr kumimoji="1" lang="en-US" sz="1800" dirty="0">
          <a:solidFill>
            <a:schemeClr val="tx1"/>
          </a:solidFill>
          <a:latin typeface="+mn-lt"/>
        </a:defRPr>
      </a:lvl4pPr>
      <a:lvl5pPr marL="1828800" lvl="4" algn="l" rtl="0" eaLnBrk="1" hangingPunct="1">
        <a:defRPr kumimoji="1" lang="en-US" sz="1800" dirty="0">
          <a:solidFill>
            <a:schemeClr val="tx1"/>
          </a:solidFill>
          <a:latin typeface="+mn-lt"/>
        </a:defRPr>
      </a:lvl5pPr>
      <a:lvl6pPr marL="2286000" lvl="5" algn="l" rtl="0" eaLnBrk="1" hangingPunct="1">
        <a:defRPr kumimoji="1" lang="en-US" sz="1800" dirty="0">
          <a:solidFill>
            <a:schemeClr val="tx1"/>
          </a:solidFill>
          <a:latin typeface="+mn-lt"/>
        </a:defRPr>
      </a:lvl6pPr>
      <a:lvl7pPr marL="2743200" lvl="6" algn="l" rtl="0" eaLnBrk="1" hangingPunct="1">
        <a:defRPr kumimoji="1" lang="en-US" sz="1800" dirty="0">
          <a:solidFill>
            <a:schemeClr val="tx1"/>
          </a:solidFill>
          <a:latin typeface="+mn-lt"/>
        </a:defRPr>
      </a:lvl7pPr>
      <a:lvl8pPr marL="3200400" lvl="7" algn="l" rtl="0" eaLnBrk="1" hangingPunct="1">
        <a:defRPr kumimoji="1" lang="en-US" sz="1800" dirty="0">
          <a:solidFill>
            <a:schemeClr val="tx1"/>
          </a:solidFill>
          <a:latin typeface="+mn-lt"/>
        </a:defRPr>
      </a:lvl8pPr>
      <a:lvl9pPr marL="3657600" lvl="8" algn="l" rtl="0" eaLnBrk="1" hangingPunct="1">
        <a:defRPr kumimoji="1" lang="en-US" sz="1800" dirty="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1BA7BA57-78A1-8C3A-2022-FB161E2D07A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1228725" y="2552138"/>
            <a:ext cx="7423146" cy="1122616"/>
          </a:xfrm>
        </p:spPr>
        <p:txBody>
          <a:bodyPr>
            <a:normAutofit fontScale="90000"/>
          </a:bodyPr>
          <a:lstStyle/>
          <a:p>
            <a:r>
              <a:rPr lang="en" altLang="ja-JP" dirty="0"/>
              <a:t>NAS</a:t>
            </a:r>
            <a:r>
              <a:rPr lang="ja-JP" altLang="en-US"/>
              <a:t>導入による</a:t>
            </a:r>
            <a:br>
              <a:rPr lang="en-US" altLang="ja-JP" dirty="0"/>
            </a:br>
            <a:r>
              <a:rPr lang="ja-JP" altLang="en-US"/>
              <a:t>校内ファイル共有システムのご提案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944C149-E6A0-C5F5-E3CB-E0D3723A026C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>
            <a:normAutofit/>
          </a:bodyPr>
          <a:lstStyle/>
          <a:p>
            <a:r>
              <a:rPr lang="ja-JP" altLang="en-US"/>
              <a:t>ドットシンク株式会社 小野 隆士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BB53A57D-5A66-F95E-4AD2-C222E1E7720C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ja-JP" altLang="en-US"/>
              <a:t>学校法人小津奨学会 名古屋経営会計専門学校</a:t>
            </a:r>
            <a:r>
              <a:rPr lang="en-US" altLang="ja-JP" dirty="0"/>
              <a:t> </a:t>
            </a:r>
            <a:r>
              <a:rPr lang="ja-JP" altLang="en-US"/>
              <a:t>御中</a:t>
            </a:r>
          </a:p>
        </p:txBody>
      </p:sp>
    </p:spTree>
    <p:extLst>
      <p:ext uri="{BB962C8B-B14F-4D97-AF65-F5344CB8AC3E}">
        <p14:creationId xmlns:p14="http://schemas.microsoft.com/office/powerpoint/2010/main" val="326352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86A2B4A-54DF-376A-BEA3-82BDC2BB1507}"/>
              </a:ext>
            </a:extLst>
          </p:cNvPr>
          <p:cNvSpPr/>
          <p:nvPr/>
        </p:nvSpPr>
        <p:spPr>
          <a:xfrm>
            <a:off x="7226186" y="628426"/>
            <a:ext cx="3043600" cy="2164331"/>
          </a:xfrm>
          <a:prstGeom prst="rect">
            <a:avLst/>
          </a:prstGeom>
          <a:noFill/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DF43CB2-A386-F506-9D78-C65677822C33}"/>
              </a:ext>
            </a:extLst>
          </p:cNvPr>
          <p:cNvSpPr>
            <a:spLocks noGrp="1"/>
          </p:cNvSpPr>
          <p:nvPr>
            <p:ph type="title" idx="10"/>
          </p:nvPr>
        </p:nvSpPr>
        <p:spPr/>
        <p:txBody>
          <a:bodyPr/>
          <a:lstStyle/>
          <a:p>
            <a:r>
              <a:rPr lang="en-US" altLang="ja-JP" dirty="0"/>
              <a:t>NAS</a:t>
            </a:r>
            <a:r>
              <a:rPr lang="ja-JP" altLang="en-US"/>
              <a:t>構成イメージ</a:t>
            </a:r>
            <a:endParaRPr kumimoji="1" lang="ja-JP" altLang="en-US"/>
          </a:p>
        </p:txBody>
      </p:sp>
      <p:sp>
        <p:nvSpPr>
          <p:cNvPr id="3" name="円/楕円 2">
            <a:extLst>
              <a:ext uri="{FF2B5EF4-FFF2-40B4-BE49-F238E27FC236}">
                <a16:creationId xmlns:a16="http://schemas.microsoft.com/office/drawing/2014/main" id="{2607360B-F060-1CEE-4FFF-18674230179D}"/>
              </a:ext>
            </a:extLst>
          </p:cNvPr>
          <p:cNvSpPr/>
          <p:nvPr/>
        </p:nvSpPr>
        <p:spPr>
          <a:xfrm>
            <a:off x="2328530" y="1254642"/>
            <a:ext cx="4912242" cy="4912242"/>
          </a:xfrm>
          <a:prstGeom prst="ellipse">
            <a:avLst/>
          </a:prstGeom>
          <a:noFill/>
          <a:ln w="76200">
            <a:solidFill>
              <a:schemeClr val="bg2">
                <a:lumMod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r>
              <a:rPr kumimoji="1" lang="ja-JP" altLang="en-US" sz="2000" b="1">
                <a:solidFill>
                  <a:schemeClr val="tx1"/>
                </a:solidFill>
                <a:latin typeface="+mn-ea"/>
              </a:rPr>
              <a:t>名古屋経営会計専門学校</a:t>
            </a:r>
            <a:endParaRPr kumimoji="1" lang="en-US" altLang="ja-JP" sz="20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kumimoji="1" lang="ja-JP" altLang="en-US" sz="2000" b="1">
                <a:solidFill>
                  <a:schemeClr val="tx1"/>
                </a:solidFill>
                <a:latin typeface="+mn-ea"/>
              </a:rPr>
              <a:t>校内ネットワーク</a:t>
            </a:r>
          </a:p>
        </p:txBody>
      </p:sp>
      <p:sp>
        <p:nvSpPr>
          <p:cNvPr id="4" name="円/楕円 3">
            <a:extLst>
              <a:ext uri="{FF2B5EF4-FFF2-40B4-BE49-F238E27FC236}">
                <a16:creationId xmlns:a16="http://schemas.microsoft.com/office/drawing/2014/main" id="{88D6BB7B-4355-1F2A-E4DC-671D3DA718FC}"/>
              </a:ext>
            </a:extLst>
          </p:cNvPr>
          <p:cNvSpPr/>
          <p:nvPr/>
        </p:nvSpPr>
        <p:spPr>
          <a:xfrm>
            <a:off x="5127394" y="5221214"/>
            <a:ext cx="1180214" cy="1180214"/>
          </a:xfrm>
          <a:prstGeom prst="ellipse">
            <a:avLst/>
          </a:prstGeom>
          <a:solidFill>
            <a:srgbClr val="E5E6E6"/>
          </a:solidFill>
          <a:ln w="57150">
            <a:solidFill>
              <a:schemeClr val="bg2">
                <a:lumMod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r>
              <a:rPr kumimoji="1" lang="ja-JP" altLang="en-US" sz="1600" b="1">
                <a:solidFill>
                  <a:schemeClr val="tx1"/>
                </a:solidFill>
              </a:rPr>
              <a:t>３号館</a:t>
            </a:r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28A45087-410C-44C8-FF85-6E2CE9FEB26E}"/>
              </a:ext>
            </a:extLst>
          </p:cNvPr>
          <p:cNvSpPr/>
          <p:nvPr/>
        </p:nvSpPr>
        <p:spPr>
          <a:xfrm>
            <a:off x="6326372" y="1786270"/>
            <a:ext cx="1180214" cy="118021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r>
              <a:rPr kumimoji="1" lang="ja-JP" altLang="en-US" sz="1600" b="1">
                <a:solidFill>
                  <a:schemeClr val="tx1"/>
                </a:solidFill>
              </a:rPr>
              <a:t>１号館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15293AD-CFDE-5C22-7D46-D5F2FA8ECCA8}"/>
              </a:ext>
            </a:extLst>
          </p:cNvPr>
          <p:cNvSpPr txBox="1"/>
          <p:nvPr/>
        </p:nvSpPr>
        <p:spPr>
          <a:xfrm>
            <a:off x="8559671" y="1319165"/>
            <a:ext cx="14205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b="1">
                <a:solidFill>
                  <a:srgbClr val="FF0000"/>
                </a:solidFill>
              </a:rPr>
              <a:t>学生用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pPr algn="ctr"/>
            <a:r>
              <a:rPr kumimoji="1" lang="en-US" altLang="ja-JP" sz="2400" b="1" dirty="0">
                <a:solidFill>
                  <a:srgbClr val="FF0000"/>
                </a:solidFill>
              </a:rPr>
              <a:t>NAS</a:t>
            </a:r>
            <a:r>
              <a:rPr kumimoji="1" lang="ja-JP" altLang="en-US" sz="2400" b="1">
                <a:solidFill>
                  <a:srgbClr val="FF0000"/>
                </a:solidFill>
              </a:rPr>
              <a:t>設置</a:t>
            </a:r>
          </a:p>
        </p:txBody>
      </p:sp>
      <p:sp>
        <p:nvSpPr>
          <p:cNvPr id="8" name="円柱 7">
            <a:extLst>
              <a:ext uri="{FF2B5EF4-FFF2-40B4-BE49-F238E27FC236}">
                <a16:creationId xmlns:a16="http://schemas.microsoft.com/office/drawing/2014/main" id="{662B9E43-3DAE-6A1D-B8E5-E52236691E2E}"/>
              </a:ext>
            </a:extLst>
          </p:cNvPr>
          <p:cNvSpPr/>
          <p:nvPr/>
        </p:nvSpPr>
        <p:spPr>
          <a:xfrm>
            <a:off x="7661439" y="1850944"/>
            <a:ext cx="713063" cy="864066"/>
          </a:xfrm>
          <a:prstGeom prst="can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kumimoji="1" lang="ja-JP" altLang="en-US" sz="1200" b="1">
                <a:solidFill>
                  <a:schemeClr val="tx1"/>
                </a:solidFill>
              </a:rPr>
              <a:t>学生</a:t>
            </a:r>
          </a:p>
        </p:txBody>
      </p:sp>
      <p:sp>
        <p:nvSpPr>
          <p:cNvPr id="9" name="円柱 8">
            <a:extLst>
              <a:ext uri="{FF2B5EF4-FFF2-40B4-BE49-F238E27FC236}">
                <a16:creationId xmlns:a16="http://schemas.microsoft.com/office/drawing/2014/main" id="{5E3480DB-DFAE-E42D-D2D0-7ED02148776E}"/>
              </a:ext>
            </a:extLst>
          </p:cNvPr>
          <p:cNvSpPr/>
          <p:nvPr/>
        </p:nvSpPr>
        <p:spPr>
          <a:xfrm>
            <a:off x="7657084" y="756208"/>
            <a:ext cx="713063" cy="864066"/>
          </a:xfrm>
          <a:prstGeom prst="can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kumimoji="1" lang="ja-JP" altLang="en-US" sz="1200" b="1">
                <a:solidFill>
                  <a:schemeClr val="tx1"/>
                </a:solidFill>
              </a:rPr>
              <a:t>学生</a:t>
            </a:r>
          </a:p>
          <a:p>
            <a:pPr algn="ctr"/>
            <a:r>
              <a:rPr kumimoji="1" lang="ja-JP" altLang="en-US" sz="1200" b="1">
                <a:solidFill>
                  <a:schemeClr val="tx1"/>
                </a:solidFill>
              </a:rPr>
              <a:t>バックアップ</a:t>
            </a:r>
          </a:p>
        </p:txBody>
      </p:sp>
      <p:sp>
        <p:nvSpPr>
          <p:cNvPr id="10" name="円/楕円 9">
            <a:extLst>
              <a:ext uri="{FF2B5EF4-FFF2-40B4-BE49-F238E27FC236}">
                <a16:creationId xmlns:a16="http://schemas.microsoft.com/office/drawing/2014/main" id="{A5C9E58B-246F-F5C8-874C-38BB37F7AB49}"/>
              </a:ext>
            </a:extLst>
          </p:cNvPr>
          <p:cNvSpPr/>
          <p:nvPr/>
        </p:nvSpPr>
        <p:spPr>
          <a:xfrm>
            <a:off x="6476870" y="3976577"/>
            <a:ext cx="1180214" cy="1180214"/>
          </a:xfrm>
          <a:prstGeom prst="ellipse">
            <a:avLst/>
          </a:prstGeom>
          <a:solidFill>
            <a:srgbClr val="E5E6E6"/>
          </a:solidFill>
          <a:ln w="57150">
            <a:solidFill>
              <a:schemeClr val="bg2">
                <a:lumMod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r>
              <a:rPr kumimoji="1" lang="ja-JP" altLang="en-US" sz="1600" b="1">
                <a:solidFill>
                  <a:schemeClr val="tx1"/>
                </a:solidFill>
              </a:rPr>
              <a:t>２号館</a:t>
            </a:r>
          </a:p>
        </p:txBody>
      </p:sp>
      <p:sp>
        <p:nvSpPr>
          <p:cNvPr id="11" name="円/楕円 10">
            <a:extLst>
              <a:ext uri="{FF2B5EF4-FFF2-40B4-BE49-F238E27FC236}">
                <a16:creationId xmlns:a16="http://schemas.microsoft.com/office/drawing/2014/main" id="{06FB319A-B40A-A41F-70C5-CCDDD1DC3C5A}"/>
              </a:ext>
            </a:extLst>
          </p:cNvPr>
          <p:cNvSpPr/>
          <p:nvPr/>
        </p:nvSpPr>
        <p:spPr>
          <a:xfrm>
            <a:off x="3014016" y="5215270"/>
            <a:ext cx="1180214" cy="1180214"/>
          </a:xfrm>
          <a:prstGeom prst="ellipse">
            <a:avLst/>
          </a:prstGeom>
          <a:solidFill>
            <a:srgbClr val="E5E6E6"/>
          </a:solidFill>
          <a:ln w="57150">
            <a:solidFill>
              <a:schemeClr val="bg2">
                <a:lumMod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r>
              <a:rPr kumimoji="1" lang="ja-JP" altLang="en-US" sz="1600" b="1">
                <a:solidFill>
                  <a:schemeClr val="tx1"/>
                </a:solidFill>
              </a:rPr>
              <a:t>４号館</a:t>
            </a:r>
          </a:p>
        </p:txBody>
      </p:sp>
      <p:sp>
        <p:nvSpPr>
          <p:cNvPr id="12" name="円/楕円 11">
            <a:extLst>
              <a:ext uri="{FF2B5EF4-FFF2-40B4-BE49-F238E27FC236}">
                <a16:creationId xmlns:a16="http://schemas.microsoft.com/office/drawing/2014/main" id="{C286F2EF-6C14-BE23-5D39-BAD347CE8C02}"/>
              </a:ext>
            </a:extLst>
          </p:cNvPr>
          <p:cNvSpPr/>
          <p:nvPr/>
        </p:nvSpPr>
        <p:spPr>
          <a:xfrm>
            <a:off x="1652800" y="3599871"/>
            <a:ext cx="1180214" cy="1180214"/>
          </a:xfrm>
          <a:prstGeom prst="ellipse">
            <a:avLst/>
          </a:prstGeom>
          <a:solidFill>
            <a:srgbClr val="E5E6E6"/>
          </a:solidFill>
          <a:ln w="57150">
            <a:solidFill>
              <a:schemeClr val="bg2">
                <a:lumMod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r>
              <a:rPr kumimoji="1" lang="ja-JP" altLang="en-US" sz="1600" b="1">
                <a:solidFill>
                  <a:schemeClr val="tx1"/>
                </a:solidFill>
              </a:rPr>
              <a:t>５号館</a:t>
            </a:r>
          </a:p>
        </p:txBody>
      </p:sp>
      <p:sp>
        <p:nvSpPr>
          <p:cNvPr id="13" name="円/楕円 12">
            <a:extLst>
              <a:ext uri="{FF2B5EF4-FFF2-40B4-BE49-F238E27FC236}">
                <a16:creationId xmlns:a16="http://schemas.microsoft.com/office/drawing/2014/main" id="{A3F37199-F70B-8BEC-0581-8A86F3E22AE0}"/>
              </a:ext>
            </a:extLst>
          </p:cNvPr>
          <p:cNvSpPr/>
          <p:nvPr/>
        </p:nvSpPr>
        <p:spPr>
          <a:xfrm>
            <a:off x="2382958" y="1391290"/>
            <a:ext cx="1180214" cy="1180214"/>
          </a:xfrm>
          <a:prstGeom prst="ellipse">
            <a:avLst/>
          </a:prstGeom>
          <a:solidFill>
            <a:srgbClr val="E5E6E6"/>
          </a:solidFill>
          <a:ln w="57150">
            <a:solidFill>
              <a:schemeClr val="bg2">
                <a:lumMod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r>
              <a:rPr kumimoji="1" lang="ja-JP" altLang="en-US" sz="1600" b="1">
                <a:solidFill>
                  <a:schemeClr val="tx1"/>
                </a:solidFill>
              </a:rPr>
              <a:t>６号館</a:t>
            </a:r>
          </a:p>
        </p:txBody>
      </p:sp>
      <p:sp>
        <p:nvSpPr>
          <p:cNvPr id="14" name="円/楕円 13">
            <a:extLst>
              <a:ext uri="{FF2B5EF4-FFF2-40B4-BE49-F238E27FC236}">
                <a16:creationId xmlns:a16="http://schemas.microsoft.com/office/drawing/2014/main" id="{D3EAEB32-F27A-84EF-3504-6CA9AFE35224}"/>
              </a:ext>
            </a:extLst>
          </p:cNvPr>
          <p:cNvSpPr/>
          <p:nvPr/>
        </p:nvSpPr>
        <p:spPr>
          <a:xfrm>
            <a:off x="4461157" y="680483"/>
            <a:ext cx="1180214" cy="1180214"/>
          </a:xfrm>
          <a:prstGeom prst="ellipse">
            <a:avLst/>
          </a:prstGeom>
          <a:solidFill>
            <a:srgbClr val="E5E6E6"/>
          </a:solidFill>
          <a:ln w="57150">
            <a:solidFill>
              <a:schemeClr val="bg2">
                <a:lumMod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r>
              <a:rPr kumimoji="1" lang="ja-JP" altLang="en-US" sz="1600" b="1">
                <a:solidFill>
                  <a:schemeClr val="tx1"/>
                </a:solidFill>
              </a:rPr>
              <a:t>７号館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954B223-AA50-D520-BB21-8DBF13235D80}"/>
              </a:ext>
            </a:extLst>
          </p:cNvPr>
          <p:cNvSpPr txBox="1"/>
          <p:nvPr/>
        </p:nvSpPr>
        <p:spPr>
          <a:xfrm>
            <a:off x="7103071" y="225171"/>
            <a:ext cx="2241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000" b="1" dirty="0">
                <a:solidFill>
                  <a:schemeClr val="accent2"/>
                </a:solidFill>
              </a:rPr>
              <a:t>NAS</a:t>
            </a:r>
            <a:r>
              <a:rPr kumimoji="1" lang="ja-JP" altLang="en-US" sz="2000" b="1">
                <a:solidFill>
                  <a:schemeClr val="accent2"/>
                </a:solidFill>
              </a:rPr>
              <a:t>の構築・接続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2AD9F86-01C0-DF83-CF39-5FFAEC949C5A}"/>
              </a:ext>
            </a:extLst>
          </p:cNvPr>
          <p:cNvSpPr txBox="1"/>
          <p:nvPr/>
        </p:nvSpPr>
        <p:spPr>
          <a:xfrm>
            <a:off x="7415175" y="3042476"/>
            <a:ext cx="454964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>
                <a:solidFill>
                  <a:schemeClr val="accent2"/>
                </a:solidFill>
              </a:rPr>
              <a:t>・校内ネットワークどこからでも</a:t>
            </a:r>
          </a:p>
          <a:p>
            <a:r>
              <a:rPr kumimoji="1" lang="ja-JP" altLang="en-US" sz="2000" b="1">
                <a:solidFill>
                  <a:schemeClr val="accent2"/>
                </a:solidFill>
              </a:rPr>
              <a:t>　学生用</a:t>
            </a:r>
            <a:r>
              <a:rPr kumimoji="1" lang="en-US" altLang="ja-JP" sz="2000" b="1" dirty="0">
                <a:solidFill>
                  <a:schemeClr val="accent2"/>
                </a:solidFill>
              </a:rPr>
              <a:t>NAS</a:t>
            </a:r>
            <a:r>
              <a:rPr kumimoji="1" lang="ja-JP" altLang="en-US" sz="2000" b="1">
                <a:solidFill>
                  <a:schemeClr val="accent2"/>
                </a:solidFill>
              </a:rPr>
              <a:t>に接続できるように設定</a:t>
            </a:r>
            <a:endParaRPr kumimoji="1" lang="en-US" altLang="ja-JP" sz="2000" b="1" dirty="0">
              <a:solidFill>
                <a:schemeClr val="accent2"/>
              </a:solidFill>
            </a:endParaRPr>
          </a:p>
          <a:p>
            <a:r>
              <a:rPr kumimoji="1" lang="ja-JP" altLang="en-US" sz="2000" b="1">
                <a:solidFill>
                  <a:schemeClr val="accent2"/>
                </a:solidFill>
              </a:rPr>
              <a:t>・設定に必要なアカウントリストも</a:t>
            </a:r>
            <a:endParaRPr kumimoji="1" lang="en-US" altLang="ja-JP" sz="2000" b="1" dirty="0">
              <a:solidFill>
                <a:schemeClr val="accent2"/>
              </a:solidFill>
            </a:endParaRPr>
          </a:p>
          <a:p>
            <a:r>
              <a:rPr kumimoji="1" lang="ja-JP" altLang="en-US" sz="2000" b="1">
                <a:solidFill>
                  <a:schemeClr val="accent2"/>
                </a:solidFill>
              </a:rPr>
              <a:t>　作成してお渡しいたします。</a:t>
            </a:r>
            <a:endParaRPr kumimoji="1" lang="en-US" altLang="ja-JP" sz="2000" b="1" dirty="0">
              <a:solidFill>
                <a:schemeClr val="accent2"/>
              </a:solidFill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334764A-A169-606B-EDFA-69B50CC1B0EF}"/>
              </a:ext>
            </a:extLst>
          </p:cNvPr>
          <p:cNvSpPr txBox="1"/>
          <p:nvPr/>
        </p:nvSpPr>
        <p:spPr>
          <a:xfrm>
            <a:off x="3211889" y="4051479"/>
            <a:ext cx="3095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/>
              <a:t>校内であればどこからでも</a:t>
            </a:r>
            <a:r>
              <a:rPr kumimoji="1" lang="en-US" altLang="ja-JP" sz="1200" dirty="0"/>
              <a:t>NAS</a:t>
            </a:r>
            <a:r>
              <a:rPr kumimoji="1" lang="ja-JP" altLang="en-US" sz="1200"/>
              <a:t>に接続可能</a:t>
            </a:r>
          </a:p>
        </p:txBody>
      </p:sp>
    </p:spTree>
    <p:extLst>
      <p:ext uri="{BB962C8B-B14F-4D97-AF65-F5344CB8AC3E}">
        <p14:creationId xmlns:p14="http://schemas.microsoft.com/office/powerpoint/2010/main" val="2414958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07195-038C-DF4E-AE3C-0888952A1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A1F5944-3C70-8D75-3A9A-FBE34BBA3650}"/>
              </a:ext>
            </a:extLst>
          </p:cNvPr>
          <p:cNvSpPr/>
          <p:nvPr/>
        </p:nvSpPr>
        <p:spPr>
          <a:xfrm>
            <a:off x="7226186" y="628426"/>
            <a:ext cx="3043600" cy="2164331"/>
          </a:xfrm>
          <a:prstGeom prst="rect">
            <a:avLst/>
          </a:prstGeom>
          <a:noFill/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8918700-2F6F-DF2E-5992-7AA553D5655F}"/>
              </a:ext>
            </a:extLst>
          </p:cNvPr>
          <p:cNvSpPr>
            <a:spLocks noGrp="1"/>
          </p:cNvSpPr>
          <p:nvPr>
            <p:ph type="title" idx="10"/>
          </p:nvPr>
        </p:nvSpPr>
        <p:spPr/>
        <p:txBody>
          <a:bodyPr/>
          <a:lstStyle/>
          <a:p>
            <a:r>
              <a:rPr lang="en-US" altLang="ja-JP" dirty="0"/>
              <a:t>NAS</a:t>
            </a:r>
            <a:r>
              <a:rPr lang="ja-JP" altLang="en-US" dirty="0"/>
              <a:t>構成イメージ</a:t>
            </a:r>
            <a:endParaRPr kumimoji="1" lang="ja-JP" altLang="en-US" dirty="0"/>
          </a:p>
        </p:txBody>
      </p:sp>
      <p:sp>
        <p:nvSpPr>
          <p:cNvPr id="3" name="円/楕円 2">
            <a:extLst>
              <a:ext uri="{FF2B5EF4-FFF2-40B4-BE49-F238E27FC236}">
                <a16:creationId xmlns:a16="http://schemas.microsoft.com/office/drawing/2014/main" id="{2D2AF7D3-A728-E707-A587-2D51E8CCCF62}"/>
              </a:ext>
            </a:extLst>
          </p:cNvPr>
          <p:cNvSpPr/>
          <p:nvPr/>
        </p:nvSpPr>
        <p:spPr>
          <a:xfrm>
            <a:off x="2328530" y="1254642"/>
            <a:ext cx="4912242" cy="4912242"/>
          </a:xfrm>
          <a:prstGeom prst="ellipse">
            <a:avLst/>
          </a:prstGeom>
          <a:noFill/>
          <a:ln w="76200">
            <a:solidFill>
              <a:schemeClr val="bg2">
                <a:lumMod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r>
              <a:rPr kumimoji="1" lang="ja-JP" altLang="en-US" sz="2000" b="1">
                <a:solidFill>
                  <a:schemeClr val="tx1"/>
                </a:solidFill>
                <a:latin typeface="+mn-ea"/>
              </a:rPr>
              <a:t>名古屋経営会計専門学校</a:t>
            </a:r>
            <a:endParaRPr kumimoji="1" lang="en-US" altLang="ja-JP" sz="20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kumimoji="1" lang="ja-JP" altLang="en-US" sz="2000" b="1">
                <a:solidFill>
                  <a:schemeClr val="tx1"/>
                </a:solidFill>
                <a:latin typeface="+mn-ea"/>
              </a:rPr>
              <a:t>校内ネットワーク</a:t>
            </a:r>
          </a:p>
        </p:txBody>
      </p:sp>
      <p:sp>
        <p:nvSpPr>
          <p:cNvPr id="4" name="円/楕円 3">
            <a:extLst>
              <a:ext uri="{FF2B5EF4-FFF2-40B4-BE49-F238E27FC236}">
                <a16:creationId xmlns:a16="http://schemas.microsoft.com/office/drawing/2014/main" id="{A509190F-BDA2-4BA8-A777-B808C5B57F5E}"/>
              </a:ext>
            </a:extLst>
          </p:cNvPr>
          <p:cNvSpPr/>
          <p:nvPr/>
        </p:nvSpPr>
        <p:spPr>
          <a:xfrm>
            <a:off x="5127394" y="5221214"/>
            <a:ext cx="1180214" cy="1180214"/>
          </a:xfrm>
          <a:prstGeom prst="ellipse">
            <a:avLst/>
          </a:prstGeom>
          <a:solidFill>
            <a:srgbClr val="E5E6E6"/>
          </a:solidFill>
          <a:ln w="57150">
            <a:solidFill>
              <a:schemeClr val="bg2">
                <a:lumMod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r>
              <a:rPr kumimoji="1" lang="ja-JP" altLang="en-US" sz="1600" b="1">
                <a:solidFill>
                  <a:schemeClr val="tx1"/>
                </a:solidFill>
              </a:rPr>
              <a:t>３号館</a:t>
            </a:r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9BF9DC79-94E7-4660-5441-1EEB8169003A}"/>
              </a:ext>
            </a:extLst>
          </p:cNvPr>
          <p:cNvSpPr/>
          <p:nvPr/>
        </p:nvSpPr>
        <p:spPr>
          <a:xfrm>
            <a:off x="6326372" y="1786270"/>
            <a:ext cx="1180214" cy="118021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r>
              <a:rPr kumimoji="1" lang="ja-JP" altLang="en-US" sz="1600" b="1">
                <a:solidFill>
                  <a:schemeClr val="tx1"/>
                </a:solidFill>
              </a:rPr>
              <a:t>１号館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D989706-604E-665D-E786-8BB53717A137}"/>
              </a:ext>
            </a:extLst>
          </p:cNvPr>
          <p:cNvSpPr txBox="1"/>
          <p:nvPr/>
        </p:nvSpPr>
        <p:spPr>
          <a:xfrm>
            <a:off x="8559671" y="1319165"/>
            <a:ext cx="14205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b="1">
                <a:solidFill>
                  <a:srgbClr val="FF0000"/>
                </a:solidFill>
              </a:rPr>
              <a:t>学生用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pPr algn="ctr"/>
            <a:r>
              <a:rPr kumimoji="1" lang="en-US" altLang="ja-JP" sz="2400" b="1" dirty="0">
                <a:solidFill>
                  <a:srgbClr val="FF0000"/>
                </a:solidFill>
              </a:rPr>
              <a:t>NAS</a:t>
            </a:r>
            <a:r>
              <a:rPr kumimoji="1" lang="ja-JP" altLang="en-US" sz="2400" b="1">
                <a:solidFill>
                  <a:srgbClr val="FF0000"/>
                </a:solidFill>
              </a:rPr>
              <a:t>設置</a:t>
            </a:r>
          </a:p>
        </p:txBody>
      </p:sp>
      <p:sp>
        <p:nvSpPr>
          <p:cNvPr id="8" name="円柱 7">
            <a:extLst>
              <a:ext uri="{FF2B5EF4-FFF2-40B4-BE49-F238E27FC236}">
                <a16:creationId xmlns:a16="http://schemas.microsoft.com/office/drawing/2014/main" id="{EEDFD304-D94E-CCB9-7213-2C0982B9DBA7}"/>
              </a:ext>
            </a:extLst>
          </p:cNvPr>
          <p:cNvSpPr/>
          <p:nvPr/>
        </p:nvSpPr>
        <p:spPr>
          <a:xfrm>
            <a:off x="7661439" y="1850944"/>
            <a:ext cx="713063" cy="864066"/>
          </a:xfrm>
          <a:prstGeom prst="can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kumimoji="1" lang="ja-JP" altLang="en-US" sz="1200" b="1">
                <a:solidFill>
                  <a:schemeClr val="tx1"/>
                </a:solidFill>
              </a:rPr>
              <a:t>学生</a:t>
            </a:r>
          </a:p>
        </p:txBody>
      </p:sp>
      <p:sp>
        <p:nvSpPr>
          <p:cNvPr id="9" name="円柱 8">
            <a:extLst>
              <a:ext uri="{FF2B5EF4-FFF2-40B4-BE49-F238E27FC236}">
                <a16:creationId xmlns:a16="http://schemas.microsoft.com/office/drawing/2014/main" id="{C87D65D3-DEB3-0218-CE7B-0A0BC33768D9}"/>
              </a:ext>
            </a:extLst>
          </p:cNvPr>
          <p:cNvSpPr/>
          <p:nvPr/>
        </p:nvSpPr>
        <p:spPr>
          <a:xfrm>
            <a:off x="7657084" y="756208"/>
            <a:ext cx="713063" cy="864066"/>
          </a:xfrm>
          <a:prstGeom prst="can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kumimoji="1" lang="ja-JP" altLang="en-US" sz="1200" b="1">
                <a:solidFill>
                  <a:schemeClr val="tx1"/>
                </a:solidFill>
              </a:rPr>
              <a:t>学生</a:t>
            </a:r>
          </a:p>
          <a:p>
            <a:pPr algn="ctr"/>
            <a:r>
              <a:rPr kumimoji="1" lang="ja-JP" altLang="en-US" sz="1200" b="1">
                <a:solidFill>
                  <a:schemeClr val="tx1"/>
                </a:solidFill>
              </a:rPr>
              <a:t>バックアップ</a:t>
            </a:r>
          </a:p>
        </p:txBody>
      </p:sp>
      <p:sp>
        <p:nvSpPr>
          <p:cNvPr id="10" name="円/楕円 9">
            <a:extLst>
              <a:ext uri="{FF2B5EF4-FFF2-40B4-BE49-F238E27FC236}">
                <a16:creationId xmlns:a16="http://schemas.microsoft.com/office/drawing/2014/main" id="{D7931EA0-B311-6DBA-D7C2-495F0528D99C}"/>
              </a:ext>
            </a:extLst>
          </p:cNvPr>
          <p:cNvSpPr/>
          <p:nvPr/>
        </p:nvSpPr>
        <p:spPr>
          <a:xfrm>
            <a:off x="6476870" y="3976577"/>
            <a:ext cx="1180214" cy="1180214"/>
          </a:xfrm>
          <a:prstGeom prst="ellipse">
            <a:avLst/>
          </a:prstGeom>
          <a:solidFill>
            <a:srgbClr val="E5E6E6"/>
          </a:solidFill>
          <a:ln w="57150">
            <a:solidFill>
              <a:schemeClr val="bg2">
                <a:lumMod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r>
              <a:rPr kumimoji="1" lang="ja-JP" altLang="en-US" sz="1600" b="1">
                <a:solidFill>
                  <a:schemeClr val="tx1"/>
                </a:solidFill>
              </a:rPr>
              <a:t>２号館</a:t>
            </a:r>
          </a:p>
        </p:txBody>
      </p:sp>
      <p:sp>
        <p:nvSpPr>
          <p:cNvPr id="11" name="円/楕円 10">
            <a:extLst>
              <a:ext uri="{FF2B5EF4-FFF2-40B4-BE49-F238E27FC236}">
                <a16:creationId xmlns:a16="http://schemas.microsoft.com/office/drawing/2014/main" id="{CA97DA61-310E-5B5F-E3F8-D2D6E3B274A8}"/>
              </a:ext>
            </a:extLst>
          </p:cNvPr>
          <p:cNvSpPr/>
          <p:nvPr/>
        </p:nvSpPr>
        <p:spPr>
          <a:xfrm>
            <a:off x="3014016" y="5215270"/>
            <a:ext cx="1180214" cy="1180214"/>
          </a:xfrm>
          <a:prstGeom prst="ellipse">
            <a:avLst/>
          </a:prstGeom>
          <a:solidFill>
            <a:srgbClr val="E5E6E6"/>
          </a:solidFill>
          <a:ln w="57150">
            <a:solidFill>
              <a:schemeClr val="bg2">
                <a:lumMod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r>
              <a:rPr kumimoji="1" lang="ja-JP" altLang="en-US" sz="1600" b="1">
                <a:solidFill>
                  <a:schemeClr val="tx1"/>
                </a:solidFill>
              </a:rPr>
              <a:t>４号館</a:t>
            </a:r>
          </a:p>
        </p:txBody>
      </p:sp>
      <p:sp>
        <p:nvSpPr>
          <p:cNvPr id="12" name="円/楕円 11">
            <a:extLst>
              <a:ext uri="{FF2B5EF4-FFF2-40B4-BE49-F238E27FC236}">
                <a16:creationId xmlns:a16="http://schemas.microsoft.com/office/drawing/2014/main" id="{2AA6FC3E-7CC5-29B4-E01C-C5207C863D41}"/>
              </a:ext>
            </a:extLst>
          </p:cNvPr>
          <p:cNvSpPr/>
          <p:nvPr/>
        </p:nvSpPr>
        <p:spPr>
          <a:xfrm>
            <a:off x="1652800" y="3599871"/>
            <a:ext cx="1180214" cy="1180214"/>
          </a:xfrm>
          <a:prstGeom prst="ellipse">
            <a:avLst/>
          </a:prstGeom>
          <a:solidFill>
            <a:srgbClr val="E5E6E6"/>
          </a:solidFill>
          <a:ln w="57150">
            <a:solidFill>
              <a:schemeClr val="bg2">
                <a:lumMod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r>
              <a:rPr kumimoji="1" lang="ja-JP" altLang="en-US" sz="1600" b="1">
                <a:solidFill>
                  <a:schemeClr val="tx1"/>
                </a:solidFill>
              </a:rPr>
              <a:t>５号館</a:t>
            </a:r>
          </a:p>
        </p:txBody>
      </p:sp>
      <p:sp>
        <p:nvSpPr>
          <p:cNvPr id="13" name="円/楕円 12">
            <a:extLst>
              <a:ext uri="{FF2B5EF4-FFF2-40B4-BE49-F238E27FC236}">
                <a16:creationId xmlns:a16="http://schemas.microsoft.com/office/drawing/2014/main" id="{AF8D7F5F-CBC0-CF60-DAAA-24B5B88108D5}"/>
              </a:ext>
            </a:extLst>
          </p:cNvPr>
          <p:cNvSpPr/>
          <p:nvPr/>
        </p:nvSpPr>
        <p:spPr>
          <a:xfrm>
            <a:off x="2382958" y="1391290"/>
            <a:ext cx="1180214" cy="1180214"/>
          </a:xfrm>
          <a:prstGeom prst="ellipse">
            <a:avLst/>
          </a:prstGeom>
          <a:solidFill>
            <a:srgbClr val="E5E6E6"/>
          </a:solidFill>
          <a:ln w="57150">
            <a:solidFill>
              <a:schemeClr val="bg2">
                <a:lumMod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r>
              <a:rPr kumimoji="1" lang="ja-JP" altLang="en-US" sz="1600" b="1">
                <a:solidFill>
                  <a:schemeClr val="tx1"/>
                </a:solidFill>
              </a:rPr>
              <a:t>６号館</a:t>
            </a:r>
          </a:p>
        </p:txBody>
      </p:sp>
      <p:sp>
        <p:nvSpPr>
          <p:cNvPr id="14" name="円/楕円 13">
            <a:extLst>
              <a:ext uri="{FF2B5EF4-FFF2-40B4-BE49-F238E27FC236}">
                <a16:creationId xmlns:a16="http://schemas.microsoft.com/office/drawing/2014/main" id="{9D775515-7574-27B5-1EE2-8A828DD48FDA}"/>
              </a:ext>
            </a:extLst>
          </p:cNvPr>
          <p:cNvSpPr/>
          <p:nvPr/>
        </p:nvSpPr>
        <p:spPr>
          <a:xfrm>
            <a:off x="4461157" y="680483"/>
            <a:ext cx="1180214" cy="1180214"/>
          </a:xfrm>
          <a:prstGeom prst="ellipse">
            <a:avLst/>
          </a:prstGeom>
          <a:solidFill>
            <a:srgbClr val="E5E6E6"/>
          </a:solidFill>
          <a:ln w="57150">
            <a:solidFill>
              <a:schemeClr val="bg2">
                <a:lumMod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r>
              <a:rPr kumimoji="1" lang="ja-JP" altLang="en-US" sz="1600" b="1">
                <a:solidFill>
                  <a:schemeClr val="tx1"/>
                </a:solidFill>
              </a:rPr>
              <a:t>７号館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B0524DF-85E9-6DED-D274-0565ACD30A73}"/>
              </a:ext>
            </a:extLst>
          </p:cNvPr>
          <p:cNvSpPr txBox="1"/>
          <p:nvPr/>
        </p:nvSpPr>
        <p:spPr>
          <a:xfrm>
            <a:off x="7103071" y="225171"/>
            <a:ext cx="2241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000" b="1" dirty="0">
                <a:solidFill>
                  <a:schemeClr val="accent2"/>
                </a:solidFill>
              </a:rPr>
              <a:t>NAS</a:t>
            </a:r>
            <a:r>
              <a:rPr kumimoji="1" lang="ja-JP" altLang="en-US" sz="2000" b="1">
                <a:solidFill>
                  <a:schemeClr val="accent2"/>
                </a:solidFill>
              </a:rPr>
              <a:t>の構築・接続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88E2A0A-8434-2C0C-B2C6-4EA7A298959A}"/>
              </a:ext>
            </a:extLst>
          </p:cNvPr>
          <p:cNvSpPr txBox="1"/>
          <p:nvPr/>
        </p:nvSpPr>
        <p:spPr>
          <a:xfrm>
            <a:off x="7415175" y="3042476"/>
            <a:ext cx="454964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>
                <a:solidFill>
                  <a:schemeClr val="accent2"/>
                </a:solidFill>
              </a:rPr>
              <a:t>・校内ネットワークどこからでも</a:t>
            </a:r>
          </a:p>
          <a:p>
            <a:r>
              <a:rPr kumimoji="1" lang="ja-JP" altLang="en-US" sz="2000" b="1">
                <a:solidFill>
                  <a:schemeClr val="accent2"/>
                </a:solidFill>
              </a:rPr>
              <a:t>　学生用</a:t>
            </a:r>
            <a:r>
              <a:rPr kumimoji="1" lang="en-US" altLang="ja-JP" sz="2000" b="1" dirty="0">
                <a:solidFill>
                  <a:schemeClr val="accent2"/>
                </a:solidFill>
              </a:rPr>
              <a:t>NAS</a:t>
            </a:r>
            <a:r>
              <a:rPr kumimoji="1" lang="ja-JP" altLang="en-US" sz="2000" b="1">
                <a:solidFill>
                  <a:schemeClr val="accent2"/>
                </a:solidFill>
              </a:rPr>
              <a:t>に接続できるように設定</a:t>
            </a:r>
            <a:endParaRPr kumimoji="1" lang="en-US" altLang="ja-JP" sz="2000" b="1" dirty="0">
              <a:solidFill>
                <a:schemeClr val="accent2"/>
              </a:solidFill>
            </a:endParaRPr>
          </a:p>
          <a:p>
            <a:r>
              <a:rPr kumimoji="1" lang="ja-JP" altLang="en-US" sz="2000" b="1">
                <a:solidFill>
                  <a:schemeClr val="accent2"/>
                </a:solidFill>
              </a:rPr>
              <a:t>・設定に必要なアカウントリストも</a:t>
            </a:r>
            <a:endParaRPr kumimoji="1" lang="en-US" altLang="ja-JP" sz="2000" b="1" dirty="0">
              <a:solidFill>
                <a:schemeClr val="accent2"/>
              </a:solidFill>
            </a:endParaRPr>
          </a:p>
          <a:p>
            <a:r>
              <a:rPr kumimoji="1" lang="ja-JP" altLang="en-US" sz="2000" b="1">
                <a:solidFill>
                  <a:schemeClr val="accent2"/>
                </a:solidFill>
              </a:rPr>
              <a:t>　作成してお渡しいたします。</a:t>
            </a:r>
            <a:endParaRPr kumimoji="1" lang="en-US" altLang="ja-JP" sz="2000" b="1" dirty="0">
              <a:solidFill>
                <a:schemeClr val="accent2"/>
              </a:solidFill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3208179-FB0D-3AB5-9C55-9B0EEA326808}"/>
              </a:ext>
            </a:extLst>
          </p:cNvPr>
          <p:cNvSpPr txBox="1"/>
          <p:nvPr/>
        </p:nvSpPr>
        <p:spPr>
          <a:xfrm>
            <a:off x="3211889" y="4051479"/>
            <a:ext cx="3095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/>
              <a:t>校内であればどこからでも</a:t>
            </a:r>
            <a:r>
              <a:rPr kumimoji="1" lang="en-US" altLang="ja-JP" sz="1200" dirty="0"/>
              <a:t>NAS</a:t>
            </a:r>
            <a:r>
              <a:rPr kumimoji="1" lang="ja-JP" altLang="en-US" sz="1200"/>
              <a:t>に接続可能</a:t>
            </a:r>
          </a:p>
        </p:txBody>
      </p:sp>
    </p:spTree>
    <p:extLst>
      <p:ext uri="{BB962C8B-B14F-4D97-AF65-F5344CB8AC3E}">
        <p14:creationId xmlns:p14="http://schemas.microsoft.com/office/powerpoint/2010/main" val="2634033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DC496C-E892-D3EE-10CE-E06241F5DAD8}"/>
              </a:ext>
            </a:extLst>
          </p:cNvPr>
          <p:cNvSpPr>
            <a:spLocks noGrp="1"/>
          </p:cNvSpPr>
          <p:nvPr>
            <p:ph type="title" idx="10"/>
          </p:nvPr>
        </p:nvSpPr>
        <p:spPr/>
        <p:txBody>
          <a:bodyPr/>
          <a:lstStyle/>
          <a:p>
            <a:r>
              <a:rPr kumimoji="1" lang="ja-JP" altLang="en-US"/>
              <a:t>お見積もり費用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A7E0E12-5FAE-1EA1-5389-FF1743ED5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001" y="887213"/>
            <a:ext cx="7772400" cy="550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867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5F9351CF-E4ED-6523-2637-EE0798150082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321802" y="253517"/>
            <a:ext cx="11532799" cy="504428"/>
          </a:xfrm>
        </p:spPr>
        <p:txBody>
          <a:bodyPr/>
          <a:lstStyle/>
          <a:p>
            <a:r>
              <a:rPr lang="ja-JP" altLang="en-US"/>
              <a:t>ご提案イメージ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768398B-066E-31F5-A0E2-E397CB7834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68573" y="924761"/>
            <a:ext cx="9827237" cy="548497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BBA911A-50DC-7A89-1A6A-A25DFFE35979}"/>
              </a:ext>
            </a:extLst>
          </p:cNvPr>
          <p:cNvSpPr/>
          <p:nvPr/>
        </p:nvSpPr>
        <p:spPr>
          <a:xfrm>
            <a:off x="4244828" y="1124125"/>
            <a:ext cx="2508309" cy="4102216"/>
          </a:xfrm>
          <a:prstGeom prst="rect">
            <a:avLst/>
          </a:prstGeom>
          <a:noFill/>
          <a:ln w="762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endParaRPr kumimoji="1" lang="ja-JP" altLang="en-US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74E5E3C-8A0C-E561-2312-E92898EA824C}"/>
              </a:ext>
            </a:extLst>
          </p:cNvPr>
          <p:cNvSpPr txBox="1"/>
          <p:nvPr/>
        </p:nvSpPr>
        <p:spPr>
          <a:xfrm>
            <a:off x="4996280" y="2894530"/>
            <a:ext cx="1005403" cy="5847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刷新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461F5F8-343F-9ACC-8AD3-41A58B4E96C8}"/>
              </a:ext>
            </a:extLst>
          </p:cNvPr>
          <p:cNvSpPr txBox="1"/>
          <p:nvPr/>
        </p:nvSpPr>
        <p:spPr>
          <a:xfrm>
            <a:off x="8922216" y="4815307"/>
            <a:ext cx="11079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400" b="1">
                <a:solidFill>
                  <a:schemeClr val="tx1">
                    <a:lumMod val="50000"/>
                    <a:lumOff val="50000"/>
                  </a:schemeClr>
                </a:solidFill>
              </a:rPr>
              <a:t>教員用</a:t>
            </a:r>
            <a:endParaRPr kumimoji="1" lang="en-US" altLang="ja-JP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kumimoji="1" lang="en-US" altLang="ja-JP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NAS</a:t>
            </a:r>
            <a:endParaRPr kumimoji="1" lang="ja-JP" altLang="en-US" sz="24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0B1D5F8-23EA-C517-D7F8-128233164DA3}"/>
              </a:ext>
            </a:extLst>
          </p:cNvPr>
          <p:cNvSpPr/>
          <p:nvPr/>
        </p:nvSpPr>
        <p:spPr>
          <a:xfrm>
            <a:off x="7826927" y="4580388"/>
            <a:ext cx="2508309" cy="1199625"/>
          </a:xfrm>
          <a:prstGeom prst="rect">
            <a:avLst/>
          </a:prstGeom>
          <a:noFill/>
          <a:ln w="762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endParaRPr kumimoji="1" lang="ja-JP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円柱 10">
            <a:extLst>
              <a:ext uri="{FF2B5EF4-FFF2-40B4-BE49-F238E27FC236}">
                <a16:creationId xmlns:a16="http://schemas.microsoft.com/office/drawing/2014/main" id="{2961A6F8-0006-56C1-EC99-2F419BB23D88}"/>
              </a:ext>
            </a:extLst>
          </p:cNvPr>
          <p:cNvSpPr/>
          <p:nvPr/>
        </p:nvSpPr>
        <p:spPr>
          <a:xfrm>
            <a:off x="8104290" y="4815307"/>
            <a:ext cx="713063" cy="864066"/>
          </a:xfrm>
          <a:prstGeom prst="can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kumimoji="1" lang="ja-JP" altLang="en-US" sz="1200" b="1">
                <a:solidFill>
                  <a:schemeClr val="tx1">
                    <a:lumMod val="50000"/>
                    <a:lumOff val="50000"/>
                  </a:schemeClr>
                </a:solidFill>
              </a:rPr>
              <a:t>教員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4429EB4-5B23-2DC8-EFDD-68911AAE5FC4}"/>
              </a:ext>
            </a:extLst>
          </p:cNvPr>
          <p:cNvSpPr txBox="1"/>
          <p:nvPr/>
        </p:nvSpPr>
        <p:spPr>
          <a:xfrm>
            <a:off x="8922216" y="3221399"/>
            <a:ext cx="11079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b="1">
                <a:solidFill>
                  <a:srgbClr val="FF0000"/>
                </a:solidFill>
              </a:rPr>
              <a:t>学生用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pPr algn="ctr"/>
            <a:r>
              <a:rPr kumimoji="1" lang="en-US" altLang="ja-JP" sz="2400" b="1" dirty="0">
                <a:solidFill>
                  <a:srgbClr val="FF0000"/>
                </a:solidFill>
              </a:rPr>
              <a:t>NAS</a:t>
            </a:r>
            <a:endParaRPr kumimoji="1" lang="ja-JP" altLang="en-US" sz="2400" b="1">
              <a:solidFill>
                <a:srgbClr val="FF0000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9AEF0E6-5BAF-7673-9EBE-21EDDBFAE648}"/>
              </a:ext>
            </a:extLst>
          </p:cNvPr>
          <p:cNvSpPr/>
          <p:nvPr/>
        </p:nvSpPr>
        <p:spPr>
          <a:xfrm>
            <a:off x="7826927" y="2986480"/>
            <a:ext cx="2508309" cy="1199625"/>
          </a:xfrm>
          <a:prstGeom prst="rect">
            <a:avLst/>
          </a:prstGeom>
          <a:noFill/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14" name="円柱 13">
            <a:extLst>
              <a:ext uri="{FF2B5EF4-FFF2-40B4-BE49-F238E27FC236}">
                <a16:creationId xmlns:a16="http://schemas.microsoft.com/office/drawing/2014/main" id="{6FA0CA10-130C-7938-BA41-C7211175CB2E}"/>
              </a:ext>
            </a:extLst>
          </p:cNvPr>
          <p:cNvSpPr/>
          <p:nvPr/>
        </p:nvSpPr>
        <p:spPr>
          <a:xfrm>
            <a:off x="8104290" y="3166830"/>
            <a:ext cx="713063" cy="864066"/>
          </a:xfrm>
          <a:prstGeom prst="can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kumimoji="1" lang="ja-JP" altLang="en-US" sz="1200" b="1">
                <a:solidFill>
                  <a:schemeClr val="tx1"/>
                </a:solidFill>
              </a:rPr>
              <a:t>学生</a:t>
            </a:r>
          </a:p>
        </p:txBody>
      </p:sp>
      <p:sp>
        <p:nvSpPr>
          <p:cNvPr id="15" name="円柱 14">
            <a:extLst>
              <a:ext uri="{FF2B5EF4-FFF2-40B4-BE49-F238E27FC236}">
                <a16:creationId xmlns:a16="http://schemas.microsoft.com/office/drawing/2014/main" id="{78FC555B-C595-3D18-72D0-187727BD73D9}"/>
              </a:ext>
            </a:extLst>
          </p:cNvPr>
          <p:cNvSpPr/>
          <p:nvPr/>
        </p:nvSpPr>
        <p:spPr>
          <a:xfrm>
            <a:off x="8104290" y="2021774"/>
            <a:ext cx="713063" cy="864066"/>
          </a:xfrm>
          <a:prstGeom prst="can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kumimoji="1" lang="ja-JP" altLang="en-US" sz="1200" b="1">
                <a:solidFill>
                  <a:schemeClr val="tx1"/>
                </a:solidFill>
              </a:rPr>
              <a:t>学生</a:t>
            </a:r>
          </a:p>
          <a:p>
            <a:pPr algn="ctr"/>
            <a:r>
              <a:rPr kumimoji="1" lang="ja-JP" altLang="en-US" sz="1200" b="1">
                <a:solidFill>
                  <a:schemeClr val="tx1"/>
                </a:solidFill>
              </a:rPr>
              <a:t>バックアップ</a:t>
            </a:r>
          </a:p>
        </p:txBody>
      </p:sp>
      <p:sp>
        <p:nvSpPr>
          <p:cNvPr id="16" name="円柱 15">
            <a:extLst>
              <a:ext uri="{FF2B5EF4-FFF2-40B4-BE49-F238E27FC236}">
                <a16:creationId xmlns:a16="http://schemas.microsoft.com/office/drawing/2014/main" id="{F2194105-E6F8-97FB-727D-2BF2FAB2C2B7}"/>
              </a:ext>
            </a:extLst>
          </p:cNvPr>
          <p:cNvSpPr/>
          <p:nvPr/>
        </p:nvSpPr>
        <p:spPr>
          <a:xfrm>
            <a:off x="8121068" y="5922655"/>
            <a:ext cx="713063" cy="864066"/>
          </a:xfrm>
          <a:prstGeom prst="can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kumimoji="1" lang="ja-JP" altLang="en-US" sz="1200" b="1">
                <a:solidFill>
                  <a:schemeClr val="tx1">
                    <a:lumMod val="50000"/>
                    <a:lumOff val="50000"/>
                  </a:schemeClr>
                </a:solidFill>
              </a:rPr>
              <a:t>教員</a:t>
            </a:r>
          </a:p>
          <a:p>
            <a:pPr algn="ctr"/>
            <a:r>
              <a:rPr kumimoji="1" lang="ja-JP" altLang="en-US" sz="1200" b="1">
                <a:solidFill>
                  <a:schemeClr val="tx1">
                    <a:lumMod val="50000"/>
                    <a:lumOff val="50000"/>
                  </a:schemeClr>
                </a:solidFill>
              </a:rPr>
              <a:t>バックアップ</a:t>
            </a:r>
          </a:p>
        </p:txBody>
      </p:sp>
      <p:sp>
        <p:nvSpPr>
          <p:cNvPr id="17" name="平行四辺形 16">
            <a:extLst>
              <a:ext uri="{FF2B5EF4-FFF2-40B4-BE49-F238E27FC236}">
                <a16:creationId xmlns:a16="http://schemas.microsoft.com/office/drawing/2014/main" id="{B4E02753-2E41-3228-EB74-451BA51F7EB1}"/>
              </a:ext>
            </a:extLst>
          </p:cNvPr>
          <p:cNvSpPr/>
          <p:nvPr/>
        </p:nvSpPr>
        <p:spPr>
          <a:xfrm>
            <a:off x="10446518" y="3235213"/>
            <a:ext cx="984007" cy="864066"/>
          </a:xfrm>
          <a:prstGeom prst="parallelogram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kumimoji="1" lang="ja-JP" altLang="en-US" sz="1200" b="1">
                <a:solidFill>
                  <a:schemeClr val="tx1">
                    <a:lumMod val="65000"/>
                    <a:lumOff val="35000"/>
                  </a:schemeClr>
                </a:solidFill>
              </a:rPr>
              <a:t>無停電装置</a:t>
            </a:r>
          </a:p>
        </p:txBody>
      </p:sp>
      <p:sp>
        <p:nvSpPr>
          <p:cNvPr id="18" name="平行四辺形 17">
            <a:extLst>
              <a:ext uri="{FF2B5EF4-FFF2-40B4-BE49-F238E27FC236}">
                <a16:creationId xmlns:a16="http://schemas.microsoft.com/office/drawing/2014/main" id="{C08AB33F-DF4B-A30B-A620-ADE429A07DBB}"/>
              </a:ext>
            </a:extLst>
          </p:cNvPr>
          <p:cNvSpPr/>
          <p:nvPr/>
        </p:nvSpPr>
        <p:spPr>
          <a:xfrm>
            <a:off x="10446518" y="4703286"/>
            <a:ext cx="984007" cy="864066"/>
          </a:xfrm>
          <a:prstGeom prst="parallelogram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kumimoji="1" lang="ja-JP" altLang="en-US" sz="1200" b="1">
                <a:solidFill>
                  <a:schemeClr val="tx1">
                    <a:lumMod val="65000"/>
                    <a:lumOff val="35000"/>
                  </a:schemeClr>
                </a:solidFill>
              </a:rPr>
              <a:t>無停電装置</a:t>
            </a:r>
          </a:p>
        </p:txBody>
      </p:sp>
    </p:spTree>
    <p:extLst>
      <p:ext uri="{BB962C8B-B14F-4D97-AF65-F5344CB8AC3E}">
        <p14:creationId xmlns:p14="http://schemas.microsoft.com/office/powerpoint/2010/main" val="5863326"/>
      </p:ext>
    </p:extLst>
  </p:cSld>
  <p:clrMapOvr>
    <a:masterClrMapping/>
  </p:clrMapOvr>
</p:sld>
</file>

<file path=ppt/theme/theme1.xml><?xml version="1.0" encoding="utf-8"?>
<a:theme xmlns:a="http://schemas.openxmlformats.org/drawingml/2006/main" name="ドットシンク">
  <a:themeElements>
    <a:clrScheme name="ドットシンク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2EA7E0"/>
      </a:accent1>
      <a:accent2>
        <a:srgbClr val="FF3F00"/>
      </a:accent2>
      <a:accent3>
        <a:srgbClr val="5B77E9"/>
      </a:accent3>
      <a:accent4>
        <a:srgbClr val="6A85EA"/>
      </a:accent4>
      <a:accent5>
        <a:srgbClr val="7CCA62"/>
      </a:accent5>
      <a:accent6>
        <a:srgbClr val="A5C249"/>
      </a:accent6>
      <a:hlink>
        <a:srgbClr val="2EA7E0"/>
      </a:hlink>
      <a:folHlink>
        <a:srgbClr val="2EA7E0"/>
      </a:folHlink>
    </a:clrScheme>
    <a:fontScheme name="Noto Sans JP">
      <a:majorFont>
        <a:latin typeface="Noto Sans JP"/>
        <a:ea typeface="Noto Sans JP"/>
        <a:cs typeface=""/>
      </a:majorFont>
      <a:minorFont>
        <a:latin typeface="Noto Sans JP"/>
        <a:ea typeface="Noto Sans JP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5E6E6"/>
        </a:solidFill>
        <a:ln w="9525">
          <a:solidFill>
            <a:schemeClr val="tx1">
              <a:lumMod val="65000"/>
              <a:lumOff val="35000"/>
            </a:schemeClr>
          </a:solidFill>
          <a:prstDash val="solid"/>
        </a:ln>
      </a:spPr>
      <a:bodyPr vert="horz" rtlCol="0" anchor="ctr"/>
      <a:lstStyle>
        <a:defPPr algn="ctr">
          <a:defRPr kumimoji="1" sz="120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rgbClr val="FFFFFF"/>
        </a:fontRef>
      </a:style>
    </a:spDef>
    <a:lnDef>
      <a:spPr>
        <a:ln w="12700">
          <a:solidFill>
            <a:schemeClr val="tx1">
              <a:lumMod val="65000"/>
              <a:lumOff val="35000"/>
            </a:schemeClr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sz="1200"/>
        </a:defPPr>
      </a:lstStyle>
    </a:txDef>
  </a:objectDefaults>
  <a:extraClrSchemeLst/>
  <a:extLst>
    <a:ext uri="{05A4C25C-085E-4340-85A3-A5531E510DB2}">
      <thm15:themeFamily xmlns:thm15="http://schemas.microsoft.com/office/thememl/2012/main" name="ドットシンク" id="{D7D521B2-A1D2-0142-B3B9-71B2FD6B9182}" vid="{1FEA557B-E726-EF44-9ECD-902785E8CD2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ドットシンク</Template>
  <TotalTime>2236</TotalTime>
  <Words>177</Words>
  <Application>Microsoft Office PowerPoint</Application>
  <PresentationFormat>ワイド画面</PresentationFormat>
  <Paragraphs>60</Paragraphs>
  <Slides>5</Slides>
  <Notes>0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8" baseType="lpstr">
      <vt:lpstr>Noto Sans JP</vt:lpstr>
      <vt:lpstr>Arial</vt:lpstr>
      <vt:lpstr>ドットシンク</vt:lpstr>
      <vt:lpstr>NAS導入による 校内ファイル共有システムのご提案</vt:lpstr>
      <vt:lpstr>NAS構成イメージ</vt:lpstr>
      <vt:lpstr>NAS構成イメージ</vt:lpstr>
      <vt:lpstr>お見積もり費用</vt:lpstr>
      <vt:lpstr>ご提案イメージ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隆士 小野</dc:creator>
  <cp:lastModifiedBy>YSS 清水 裕</cp:lastModifiedBy>
  <cp:revision>11</cp:revision>
  <cp:lastPrinted>2025-11-17T07:00:39Z</cp:lastPrinted>
  <dcterms:created xsi:type="dcterms:W3CDTF">2025-10-08T13:00:22Z</dcterms:created>
  <dcterms:modified xsi:type="dcterms:W3CDTF">2026-03-03T04:44:42Z</dcterms:modified>
</cp:coreProperties>
</file>