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9" r:id="rId2"/>
    <p:sldId id="266" r:id="rId3"/>
    <p:sldId id="265" r:id="rId4"/>
    <p:sldId id="264" r:id="rId5"/>
    <p:sldId id="267" r:id="rId6"/>
  </p:sldIdLst>
  <p:sldSz cx="12192000" cy="6858000"/>
  <p:notesSz cx="6858000" cy="9144000"/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6"/>
    <p:restoredTop sz="94786"/>
  </p:normalViewPr>
  <p:slideViewPr>
    <p:cSldViewPr snapToGrid="0">
      <p:cViewPr varScale="1">
        <p:scale>
          <a:sx n="93" d="100"/>
          <a:sy n="93" d="100"/>
        </p:scale>
        <p:origin x="100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D0C05-F782-4EFC-A1B2-85CFA7EEF008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6EA21-787C-44A6-A9F0-576E55B828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9658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6EA21-787C-44A6-A9F0-576E55B8288E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2692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タイトル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79409315-F01B-4DB0-9556-85C970841A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AC1018-F267-41AA-94D2-2CE3A2B22D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" t="4500" r="77110" b="4290"/>
          <a:stretch>
            <a:fillRect/>
          </a:stretch>
        </p:blipFill>
        <p:spPr>
          <a:xfrm>
            <a:off x="5738564" y="0"/>
            <a:ext cx="6450256" cy="6873875"/>
          </a:xfrm>
          <a:prstGeom prst="rect">
            <a:avLst/>
          </a:prstGeom>
          <a:noFill/>
          <a:ln w="12700">
            <a:miter lim="800000"/>
          </a:ln>
        </p:spPr>
      </p:pic>
      <p:sp>
        <p:nvSpPr>
          <p:cNvPr id="3" name="Title 1">
            <a:extLst>
              <a:ext uri="{4156EC0A-0217-49A6-888E-E41A011CFD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2E335B-0A05-4E0E-A0A8-8C9C5E879A8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228725" y="2552138"/>
            <a:ext cx="7423146" cy="655196"/>
          </a:xfrm>
        </p:spPr>
        <p:txBody>
          <a:bodyPr vert="horz" rtlCol="0" anchor="ctr">
            <a:normAutofit fontScale="85000" lnSpcReduction="20000"/>
          </a:bodyPr>
          <a:lstStyle>
            <a:lvl1pPr lvl="0" algn="l">
              <a:lnSpc>
                <a:spcPct val="140000"/>
              </a:lnSpc>
              <a:defRPr lang="en-US" sz="3600" spc="0" dirty="0">
                <a:solidFill>
                  <a:srgbClr val="231815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Subtitle 2">
            <a:extLst>
              <a:ext uri="{A3F7F410-F547-44D3-978E-963BF06A645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B8034F-3A4F-4AEB-8DB8-A8E3A1351C73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1228725" y="3402416"/>
            <a:ext cx="7423146" cy="272338"/>
          </a:xfrm>
        </p:spPr>
        <p:txBody>
          <a:bodyPr vert="horz" rtlCol="0" anchor="ctr">
            <a:noAutofit/>
          </a:bodyPr>
          <a:lstStyle>
            <a:lvl1pPr marL="0" lvl="0" indent="0" algn="l">
              <a:lnSpc>
                <a:spcPct val="100000"/>
              </a:lnSpc>
              <a:buNone/>
              <a:defRPr lang="en-US" sz="1400" spc="0" dirty="0">
                <a:solidFill>
                  <a:schemeClr val="tx1"/>
                </a:solidFill>
              </a:defRPr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pic>
        <p:nvPicPr>
          <p:cNvPr id="5" name="イメージ">
            <a:extLst>
              <a:ext uri="{E4881AB9-3A28-4178-988F-56946671BC2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4C26D9-A779-4F7E-9D13-A3307AB1F9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1999" b="-41999"/>
          <a:stretch>
            <a:fillRect/>
          </a:stretch>
        </p:blipFill>
        <p:spPr>
          <a:xfrm>
            <a:off x="1343025" y="4016521"/>
            <a:ext cx="1029788" cy="507260"/>
          </a:xfrm>
          <a:prstGeom prst="rect">
            <a:avLst/>
          </a:prstGeom>
          <a:noFill/>
          <a:ln w="12700">
            <a:miter lim="800000"/>
          </a:ln>
        </p:spPr>
      </p:pic>
      <p:cxnSp>
        <p:nvCxnSpPr>
          <p:cNvPr id="6" name="直線コネクタ 10">
            <a:extLst>
              <a:ext uri="{48EB761F-D055-42B6-B478-3E374551992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E0C2645-C7D4-4B89-B56A-29A80495ECDB}"/>
              </a:ext>
            </a:extLst>
          </p:cNvPr>
          <p:cNvCxnSpPr/>
          <p:nvPr/>
        </p:nvCxnSpPr>
        <p:spPr>
          <a:xfrm rot="10800000" flipH="1">
            <a:off x="1228725" y="3845347"/>
            <a:ext cx="753427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プレースホルダー 9">
            <a:extLst>
              <a:ext uri="{DE0EBD88-838C-4DD6-ADA5-889847E9F6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5BFB34B-6B36-428E-BDAB-8877AF0A59F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65936" y="4015949"/>
            <a:ext cx="4033849" cy="399174"/>
          </a:xfrm>
        </p:spPr>
        <p:txBody>
          <a:bodyPr vert="horz" rtlCol="0" anchor="ctr">
            <a:normAutofit/>
          </a:bodyPr>
          <a:lstStyle>
            <a:lvl1pPr marL="0" lvl="0" indent="0" algn="r">
              <a:buNone/>
              <a:defRPr lang="en-US" sz="1400" b="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テキスト プレースホルダー 12">
            <a:extLst>
              <a:ext uri="{BADCE988-1142-440B-981D-289788422B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7055EF-0CCF-4662-9DC6-D7F2B4EEEE2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228725" y="2068553"/>
            <a:ext cx="3725862" cy="295787"/>
          </a:xfrm>
        </p:spPr>
        <p:txBody>
          <a:bodyPr vert="horz" rtlCol="0">
            <a:normAutofit fontScale="92500" lnSpcReduction="20000"/>
          </a:bodyPr>
          <a:lstStyle>
            <a:lvl1pPr marL="0" lv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Date Placeholder 3" hidden="1">
            <a:extLst>
              <a:ext uri="{0DCEF05D-D1CB-49C3-BA2F-D78198B9EF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819852-648B-4B3A-9BB3-B86CB8A138C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10" name="Footer Placeholder 4" hidden="1">
            <a:extLst>
              <a:ext uri="{B6191D27-D478-4FBF-86B9-FCA1EDCB50F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27F63C-52B7-44BA-B207-B6727847E6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sp>
        <p:nvSpPr>
          <p:cNvPr id="11" name="Slide Number Placeholder 5" hidden="1">
            <a:extLst>
              <a:ext uri="{1F9AEA92-91F9-4212-9C67-5AA1CD9C867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F00EC1-2394-4195-89AA-B2DB4E7F0D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701071" y="6565192"/>
            <a:ext cx="1168957" cy="268274"/>
          </a:xfrm>
        </p:spPr>
        <p:txBody>
          <a:bodyPr rtlCol="0"/>
          <a:lstStyle>
            <a:lvl1pPr lvl="0"/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6148359"/>
      </p:ext>
      <p:ext uri="{28FF5495-78F9-40B5-923D-335D053A075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セクション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イメージ" descr="イメージ">
            <a:extLst>
              <a:ext uri="{7E115687-7144-41B5-A59C-60BD84A410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3CBD5B-B8CD-43D1-8ACC-BA8462F239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941"/>
          </a:blip>
          <a:stretch>
            <a:fillRect/>
          </a:stretch>
        </p:blipFill>
        <p:spPr>
          <a:xfrm>
            <a:off x="9057503" y="306395"/>
            <a:ext cx="2925598" cy="6245209"/>
          </a:xfrm>
          <a:prstGeom prst="rect">
            <a:avLst/>
          </a:prstGeom>
          <a:noFill/>
          <a:ln w="12700">
            <a:miter lim="800000"/>
          </a:ln>
        </p:spPr>
      </p:pic>
      <p:sp>
        <p:nvSpPr>
          <p:cNvPr id="3" name="Title 1">
            <a:extLst>
              <a:ext uri="{5B659597-1068-44A4-810B-0610222017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7DD65A4-E079-4DEF-A5CE-088A9A1F4E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271786" y="2235199"/>
            <a:ext cx="7128000" cy="2387600"/>
          </a:xfrm>
        </p:spPr>
        <p:txBody>
          <a:bodyPr vert="horz" rtlCol="0" anchor="ctr">
            <a:normAutofit/>
          </a:bodyPr>
          <a:lstStyle>
            <a:lvl1pPr lvl="0" algn="l">
              <a:lnSpc>
                <a:spcPct val="140000"/>
              </a:lnSpc>
              <a:defRPr lang="en-US" sz="3600" dirty="0">
                <a:solidFill>
                  <a:srgbClr val="231815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Date Placeholder 3" hidden="1">
            <a:extLst>
              <a:ext uri="{8FDE6061-A74F-4938-8030-AD9078AF1D7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53BD55-1B68-46FC-8F29-8A15312E68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Footer Placeholder 4" hidden="1">
            <a:extLst>
              <a:ext uri="{EBC9F171-1E86-49C2-9367-B206925B8C0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F171D1-ED67-4C1E-93DB-D0E6977E4A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6" name="図 5">
            <a:extLst>
              <a:ext uri="{E938E043-C9AF-45FF-8F1D-9AA25030F78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363FDD-85C4-437F-9A82-7F796DD22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" t="4500" r="77110" b="4290"/>
          <a:stretch>
            <a:fillRect/>
          </a:stretch>
        </p:blipFill>
        <p:spPr>
          <a:xfrm>
            <a:off x="5738564" y="0"/>
            <a:ext cx="6450256" cy="6873875"/>
          </a:xfrm>
          <a:prstGeom prst="rect">
            <a:avLst/>
          </a:prstGeom>
          <a:noFill/>
          <a:ln w="12700">
            <a:miter lim="800000"/>
          </a:ln>
        </p:spPr>
      </p:pic>
      <p:sp>
        <p:nvSpPr>
          <p:cNvPr id="7" name="Slide Number Placeholder 5" hidden="1">
            <a:extLst>
              <a:ext uri="{CF905123-C0FC-49EB-A5C3-F6EDD7F9F1C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86ECCD8-84EA-425C-A656-32C808391E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 lvl="0"/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979220"/>
      </p:ext>
      <p:ext uri="{4B4B6DC6-6EF0-4F00-AB11-B03169AF6E4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">
            <a:extLst>
              <a:ext uri="{4BFAC06E-AF3A-4408-B246-01C0BD2FB69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784B644-C129-4194-819E-4D8C03C1FAF3}"/>
              </a:ext>
            </a:extLst>
          </p:cNvPr>
          <p:cNvSpPr/>
          <p:nvPr/>
        </p:nvSpPr>
        <p:spPr>
          <a:xfrm>
            <a:off x="2690189" y="547200"/>
            <a:ext cx="18000" cy="5763600"/>
          </a:xfrm>
          <a:prstGeom prst="rect">
            <a:avLst/>
          </a:prstGeom>
          <a:solidFill>
            <a:srgbClr val="231815"/>
          </a:solidFill>
          <a:ln w="12700">
            <a:miter lim="800000"/>
          </a:ln>
        </p:spPr>
        <p:txBody>
          <a:bodyPr vert="horz" lIns="50800" tIns="50800" rIns="50800" bIns="50800" rtlCol="0" anchor="ctr"/>
          <a:lstStyle/>
          <a:p>
            <a:pPr algn="ctr">
              <a:defRPr lang="en-US" sz="2200" dirty="0"/>
            </a:pPr>
            <a:endParaRPr lang="en-US" dirty="0">
              <a:solidFill>
                <a:srgbClr val="231815"/>
              </a:solidFill>
            </a:endParaRPr>
          </a:p>
        </p:txBody>
      </p:sp>
      <p:sp>
        <p:nvSpPr>
          <p:cNvPr id="3" name="タイトル 5">
            <a:extLst>
              <a:ext uri="{44EE846E-D0B1-4762-AB13-5AD8DCCD06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0BE8C0-A86E-4FC6-B008-3E8D5BCDCD7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0" y="3097609"/>
            <a:ext cx="2708188" cy="662782"/>
          </a:xfrm>
        </p:spPr>
        <p:txBody>
          <a:bodyPr rtlCol="0"/>
          <a:lstStyle>
            <a:lvl1pPr lvl="0" algn="ctr">
              <a:defRPr lang="en-US" b="1" dirty="0">
                <a:solidFill>
                  <a:srgbClr val="231815"/>
                </a:solidFill>
                <a:latin typeface="+mj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Content Placeholder 2">
            <a:extLst>
              <a:ext uri="{28E7C027-9505-4BFA-8ABB-588E3C90613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8FEF196-5546-4656-914E-A36C565C20D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021977" y="936821"/>
            <a:ext cx="8331818" cy="4984353"/>
          </a:xfrm>
        </p:spPr>
        <p:txBody>
          <a:bodyPr vert="horz" rtlCol="0" anchor="t">
            <a:normAutofit/>
          </a:bodyPr>
          <a:lstStyle>
            <a:lvl1pPr marL="514350" lvl="0" indent="-51435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1pPr>
            <a:lvl2pPr marL="914400" lvl="1" indent="-45720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2pPr>
            <a:lvl3pPr marL="1371600" lvl="2" indent="-45720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3pPr>
            <a:lvl4pPr marL="1714500" lvl="3" indent="-34290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4pPr>
            <a:lvl5pPr marL="2171700" lvl="4" indent="-342900">
              <a:lnSpc>
                <a:spcPct val="200000"/>
              </a:lnSpc>
              <a:buFont typeface="+mj-lt"/>
              <a:buAutoNum type="arabicPeriod"/>
              <a:defRPr lang="en-US" sz="1600" dirty="0">
                <a:solidFill>
                  <a:srgbClr val="231815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3" hidden="1">
            <a:extLst>
              <a:ext uri="{17D99A48-F7BE-4E4E-8D0A-143D870689B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678427-CF80-4366-BBD0-C70A439A8C95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0DE36FE-5FAA-4BE6-9A95-B90D72B59E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57B603-6705-4BDE-87ED-1A5917663F2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sp>
        <p:nvSpPr>
          <p:cNvPr id="7" name="Slide Number Placeholder 5">
            <a:extLst>
              <a:ext uri="{040C2EAE-7F88-4523-B07A-0D89C44D17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2D24A09-335C-4F8F-81DC-D5320C713C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 lvl="0"/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796301"/>
      </p:ext>
      <p:ext uri="{5443B3BD-96F4-4D67-A88F-D5C0005488F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B2CD94-B226-4593-B9E0-33852E9D5AE2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2A59B372-E5E7-4D15-A31D-19A8E927C3B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440B3B-CBF3-4816-A074-6AFE5881B0D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1972" y="931707"/>
            <a:ext cx="11548056" cy="537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94953"/>
      </p:ext>
      <p:ext uri="{D25805B6-9D04-4E6C-9519-BF893DD7720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AB2CD94-B226-4593-B9E0-33852E9D5AE2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2A59B372-E5E7-4D15-A31D-19A8E927C3B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1440B3B-CBF3-4816-A074-6AFE5881B0D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1972" y="931707"/>
            <a:ext cx="11548056" cy="537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348D6B-A269-4449-8245-903574EA0FB0}"/>
              </a:ext>
            </a:extLst>
          </p:cNvPr>
          <p:cNvCxnSpPr/>
          <p:nvPr/>
        </p:nvCxnSpPr>
        <p:spPr>
          <a:xfrm rot="10800000" flipH="1"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207226"/>
      </p:ext>
      <p:ext uri="{D25805B6-9D04-4E6C-9519-BF893DD7720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0434448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62B9B600-D45A-4639-B5B6-5172FED621B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0DF043-A2D1-46B0-BB23-E7D9AA9F2124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 rtlCol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>
            <a:extLst>
              <a:ext uri="{0E187D74-C4C8-4D32-BF69-D1D73AF68DD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D8C555A-3FEA-4E7E-9300-D4228ACF458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1973" y="1085392"/>
            <a:ext cx="11548056" cy="2368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>
              <a:defRPr lang="en-US" sz="1600" dirty="0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スライド番号プレースホルダー 2">
            <a:extLst>
              <a:ext uri="{4ADE9632-BD9D-45A7-AD7D-32C3C251B0B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5A336FF-127D-45F1-9306-2912A41C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Text Placeholder 2">
            <a:extLst>
              <a:ext uri="{F3645942-594C-40E7-AA24-3AD8EDAED2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A12F22-639D-41BD-8B85-95D6BEAD1B9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1973" y="3780929"/>
            <a:ext cx="5416219" cy="2368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>
              <a:defRPr lang="en-US" sz="1600" dirty="0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Text Placeholder 2">
            <a:extLst>
              <a:ext uri="{54AF9F03-459A-4068-BE7B-05CDC842CBC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959413-FCBE-4D29-92D2-EE843DDD8E2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8385" y="3780929"/>
            <a:ext cx="5416219" cy="2368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lvl="0">
              <a:defRPr lang="en-US" sz="1600" dirty="0"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3" hidden="1">
            <a:extLst>
              <a:ext uri="{72F4E921-5B3A-41D0-80BF-EFAFC411E8C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BE6187-D12D-4CCF-B5B2-5875391A65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Footer Placeholder 4" hidden="1">
            <a:extLst>
              <a:ext uri="{020F34A4-264F-4A8B-A7F2-4B9E084D388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A00819-6C35-4BBC-8B54-6B8F257867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316509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1333375"/>
      </p:ext>
      <p:ext uri="{75DE0887-4F64-48C4-A177-1D8372A9A8C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0EAD0A18-5C93-4D3D-897A-871B8DC64FE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D70D47-091F-474B-8192-58F16EDC7D7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21802" y="253517"/>
            <a:ext cx="11532799" cy="504428"/>
          </a:xfrm>
        </p:spPr>
        <p:txBody>
          <a:bodyPr rtlCol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lide Number Placeholder 5">
            <a:extLst>
              <a:ext uri="{37A574E0-7F1D-43B5-9A42-C72548DACA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822BD23-1553-4FD9-BA49-DADE1A77E8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4" name="Date Placeholder 3" hidden="1">
            <a:extLst>
              <a:ext uri="{FC9EA397-E0D3-4CFA-A1EE-CDE33C6FD53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1EF8F6-97AB-493F-9191-6993BC1F091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Footer Placeholder 4" hidden="1">
            <a:extLst>
              <a:ext uri="{712DF995-1A73-4726-AE2D-A34A869A331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A8F4886-E670-4EF9-A492-46631AD05B9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>
            <a:lvl1pPr lvl="0"/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368383"/>
      </p:ext>
      <p:ext uri="{80141EB4-C252-462F-9D6C-89838A888E9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AB2CD94-B226-4593-B9E0-33852E9D5AE2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 rtlCol="0"/>
          <a:lstStyle/>
          <a:p>
            <a:r>
              <a:rPr lang="ja-JP" altLang="en-US" dirty="0"/>
              <a:t>ワークフロー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348D6B-A269-4449-8245-903574EA0FB0}"/>
              </a:ext>
            </a:extLst>
          </p:cNvPr>
          <p:cNvCxnSpPr>
            <a:cxnSpLocks/>
          </p:cNvCxnSpPr>
          <p:nvPr/>
        </p:nvCxnSpPr>
        <p:spPr>
          <a:xfrm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1BEA5-531B-121C-CD26-A9C2AB0A0B9A}"/>
              </a:ext>
            </a:extLst>
          </p:cNvPr>
          <p:cNvSpPr/>
          <p:nvPr/>
        </p:nvSpPr>
        <p:spPr>
          <a:xfrm>
            <a:off x="99152" y="881361"/>
            <a:ext cx="12007495" cy="274318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BA27A0-19C9-698C-F654-2075C6729A87}"/>
              </a:ext>
            </a:extLst>
          </p:cNvPr>
          <p:cNvSpPr/>
          <p:nvPr/>
        </p:nvSpPr>
        <p:spPr>
          <a:xfrm>
            <a:off x="99152" y="3614555"/>
            <a:ext cx="12007495" cy="274318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90EC9C-7710-19A2-70D6-4FFB6D7D58CF}"/>
              </a:ext>
            </a:extLst>
          </p:cNvPr>
          <p:cNvSpPr/>
          <p:nvPr/>
        </p:nvSpPr>
        <p:spPr>
          <a:xfrm>
            <a:off x="99153" y="875414"/>
            <a:ext cx="484742" cy="27431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786D84-B0F3-6423-7221-4A1B3B745005}"/>
              </a:ext>
            </a:extLst>
          </p:cNvPr>
          <p:cNvSpPr/>
          <p:nvPr/>
        </p:nvSpPr>
        <p:spPr>
          <a:xfrm>
            <a:off x="99153" y="3608608"/>
            <a:ext cx="484742" cy="274318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2832097A-DAE9-43BC-65DD-EDDBF28F2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425" y="878057"/>
            <a:ext cx="485775" cy="2733048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10CC3836-37EE-16E4-B260-737D8EB4F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25" y="3622268"/>
            <a:ext cx="485775" cy="2733048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B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094431"/>
      </p:ext>
      <p:ext uri="{D25805B6-9D04-4E6C-9519-BF893DD7720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0434448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B2CD94-B226-4593-B9E0-33852E9D5AE2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 rtlCol="0"/>
          <a:lstStyle/>
          <a:p>
            <a:r>
              <a:rPr lang="ja-JP" altLang="en-US" dirty="0"/>
              <a:t>ワークフロー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C348D6B-A269-4449-8245-903574EA0FB0}"/>
              </a:ext>
            </a:extLst>
          </p:cNvPr>
          <p:cNvCxnSpPr/>
          <p:nvPr/>
        </p:nvCxnSpPr>
        <p:spPr>
          <a:xfrm rot="10800000" flipH="1"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1BEA5-531B-121C-CD26-A9C2AB0A0B9A}"/>
              </a:ext>
            </a:extLst>
          </p:cNvPr>
          <p:cNvSpPr/>
          <p:nvPr/>
        </p:nvSpPr>
        <p:spPr>
          <a:xfrm>
            <a:off x="99152" y="881361"/>
            <a:ext cx="12007495" cy="1908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BA27A0-19C9-698C-F654-2075C6729A87}"/>
              </a:ext>
            </a:extLst>
          </p:cNvPr>
          <p:cNvSpPr/>
          <p:nvPr/>
        </p:nvSpPr>
        <p:spPr>
          <a:xfrm>
            <a:off x="99152" y="2787279"/>
            <a:ext cx="12007495" cy="1908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117147-45CF-01E4-76C6-16A7615FFB79}"/>
              </a:ext>
            </a:extLst>
          </p:cNvPr>
          <p:cNvSpPr/>
          <p:nvPr/>
        </p:nvSpPr>
        <p:spPr>
          <a:xfrm>
            <a:off x="99152" y="4693197"/>
            <a:ext cx="12007495" cy="1908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90EC9C-7710-19A2-70D6-4FFB6D7D58CF}"/>
              </a:ext>
            </a:extLst>
          </p:cNvPr>
          <p:cNvSpPr/>
          <p:nvPr/>
        </p:nvSpPr>
        <p:spPr>
          <a:xfrm>
            <a:off x="99153" y="875414"/>
            <a:ext cx="484742" cy="1908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786D84-B0F3-6423-7221-4A1B3B745005}"/>
              </a:ext>
            </a:extLst>
          </p:cNvPr>
          <p:cNvSpPr/>
          <p:nvPr/>
        </p:nvSpPr>
        <p:spPr>
          <a:xfrm>
            <a:off x="99153" y="2781332"/>
            <a:ext cx="484742" cy="1908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7BB476-4F89-C78C-C6F0-094DE7696845}"/>
              </a:ext>
            </a:extLst>
          </p:cNvPr>
          <p:cNvSpPr/>
          <p:nvPr/>
        </p:nvSpPr>
        <p:spPr>
          <a:xfrm>
            <a:off x="99153" y="4687250"/>
            <a:ext cx="484742" cy="1908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2832097A-DAE9-43BC-65DD-EDDBF28F2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425" y="878057"/>
            <a:ext cx="485775" cy="1901296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10CC3836-37EE-16E4-B260-737D8EB4F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25" y="2794992"/>
            <a:ext cx="485775" cy="1901296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B</a:t>
            </a:r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5A15F3D4-9540-57E3-95B7-CF07CD59D1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425" y="4689893"/>
            <a:ext cx="485775" cy="1901296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C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903646"/>
      </p:ext>
      <p:ext uri="{D25805B6-9D04-4E6C-9519-BF893DD7720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AB2CD94-B226-4593-B9E0-33852E9D5AE2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 rtlCol="0"/>
          <a:lstStyle/>
          <a:p>
            <a:r>
              <a:rPr lang="ja-JP" altLang="en-US" dirty="0"/>
              <a:t>ワークフロー</a:t>
            </a:r>
            <a:endParaRPr lang="en-US" dirty="0"/>
          </a:p>
        </p:txBody>
      </p:sp>
      <p:sp>
        <p:nvSpPr>
          <p:cNvPr id="4" name="Slide Number Placeholder 5">
            <a:extLst>
              <a:ext uri="{20F5DEB2-3940-46F6-80DB-3E26E349D98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D9CFA0B-EEE9-495C-AE23-032AA6FB3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Date Placeholder 3" hidden="1">
            <a:extLst>
              <a:ext uri="{AEC2ED32-5AD8-4CCB-AAA4-9B2EBFFD2E0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348D6B-A269-4449-8245-903574EA0FB0}"/>
              </a:ext>
            </a:extLst>
          </p:cNvPr>
          <p:cNvCxnSpPr/>
          <p:nvPr/>
        </p:nvCxnSpPr>
        <p:spPr>
          <a:xfrm rot="10800000" flipH="1"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1BEA5-531B-121C-CD26-A9C2AB0A0B9A}"/>
              </a:ext>
            </a:extLst>
          </p:cNvPr>
          <p:cNvSpPr/>
          <p:nvPr/>
        </p:nvSpPr>
        <p:spPr>
          <a:xfrm>
            <a:off x="99152" y="881361"/>
            <a:ext cx="12007495" cy="1393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BA27A0-19C9-698C-F654-2075C6729A87}"/>
              </a:ext>
            </a:extLst>
          </p:cNvPr>
          <p:cNvSpPr/>
          <p:nvPr/>
        </p:nvSpPr>
        <p:spPr>
          <a:xfrm>
            <a:off x="99152" y="2265251"/>
            <a:ext cx="12007495" cy="1393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117147-45CF-01E4-76C6-16A7615FFB79}"/>
              </a:ext>
            </a:extLst>
          </p:cNvPr>
          <p:cNvSpPr/>
          <p:nvPr/>
        </p:nvSpPr>
        <p:spPr>
          <a:xfrm>
            <a:off x="99152" y="3668802"/>
            <a:ext cx="12007495" cy="1393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90EC9C-7710-19A2-70D6-4FFB6D7D58CF}"/>
              </a:ext>
            </a:extLst>
          </p:cNvPr>
          <p:cNvSpPr/>
          <p:nvPr/>
        </p:nvSpPr>
        <p:spPr>
          <a:xfrm>
            <a:off x="99153" y="875414"/>
            <a:ext cx="484742" cy="13932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786D84-B0F3-6423-7221-4A1B3B745005}"/>
              </a:ext>
            </a:extLst>
          </p:cNvPr>
          <p:cNvSpPr/>
          <p:nvPr/>
        </p:nvSpPr>
        <p:spPr>
          <a:xfrm>
            <a:off x="99153" y="2259304"/>
            <a:ext cx="484742" cy="13932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7BB476-4F89-C78C-C6F0-094DE7696845}"/>
              </a:ext>
            </a:extLst>
          </p:cNvPr>
          <p:cNvSpPr/>
          <p:nvPr/>
        </p:nvSpPr>
        <p:spPr>
          <a:xfrm>
            <a:off x="99153" y="3668802"/>
            <a:ext cx="484742" cy="13932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2832097A-DAE9-43BC-65DD-EDDBF28F2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425" y="878057"/>
            <a:ext cx="485775" cy="138812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10CC3836-37EE-16E4-B260-737D8EB4F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25" y="2272964"/>
            <a:ext cx="485775" cy="138812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B</a:t>
            </a:r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5A15F3D4-9540-57E3-95B7-CF07CD59D1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425" y="3671377"/>
            <a:ext cx="485775" cy="138812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C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70E5BB-5356-A4A6-E35E-B97C2A2CC88E}"/>
              </a:ext>
            </a:extLst>
          </p:cNvPr>
          <p:cNvSpPr/>
          <p:nvPr/>
        </p:nvSpPr>
        <p:spPr>
          <a:xfrm>
            <a:off x="99152" y="5067944"/>
            <a:ext cx="12007495" cy="1393275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B1DBD6D-DD59-24D9-7BA8-FBB83F69F285}"/>
              </a:ext>
            </a:extLst>
          </p:cNvPr>
          <p:cNvSpPr/>
          <p:nvPr/>
        </p:nvSpPr>
        <p:spPr>
          <a:xfrm>
            <a:off x="99153" y="5067944"/>
            <a:ext cx="484742" cy="139327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63787827-35A9-9FBD-DD29-A8A8C8B31D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25" y="5070519"/>
            <a:ext cx="485775" cy="138812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D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2832918"/>
      </p:ext>
      <p:ext uri="{D25805B6-9D04-4E6C-9519-BF893DD7720F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04344481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タイトルとコンテンツ（フッタ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7">
            <a:extLst>
              <a:ext uri="{1CE69CAD-102A-4166-9A3D-053EF060F3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AB2CD94-B226-4593-B9E0-33852E9D5AE2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/>
        <p:txBody>
          <a:bodyPr rtlCol="0"/>
          <a:lstStyle/>
          <a:p>
            <a:r>
              <a:rPr lang="ja-JP" altLang="en-US" dirty="0"/>
              <a:t>ワークフロー</a:t>
            </a:r>
            <a:endParaRPr lang="en-US" dirty="0"/>
          </a:p>
        </p:txBody>
      </p:sp>
      <p:sp>
        <p:nvSpPr>
          <p:cNvPr id="5" name="Date Placeholder 3" hidden="1">
            <a:extLst>
              <a:ext uri="{AEC2ED32-5AD8-4CCB-AAA4-9B2EBFFD2E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E3D10E-52D7-4946-86CA-AFE21A9076D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016003" y="6260039"/>
            <a:ext cx="2186093" cy="381000"/>
          </a:xfrm>
        </p:spPr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Footer Placeholder 4" hidden="1">
            <a:extLst>
              <a:ext uri="{85377EC2-6AF0-4C36-82A8-3F5F169FDD9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6B91600-E0B2-44BE-939F-E2E600282FA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327397" y="6248400"/>
            <a:ext cx="6908800" cy="381000"/>
          </a:xfrm>
        </p:spPr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pic>
        <p:nvPicPr>
          <p:cNvPr id="9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5D127AC-D80A-F74C-A2F6-987C22968A9D}"/>
              </a:ext>
              <a:ext uri="{87A9AA1C-E287-47C0-9779-13CEA607255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2FF9E8F-0493-BD84-6F80-8187A835F43A}"/>
              </a:ext>
              <a:ext uri="{7359EA92-4AF1-4518-A120-EB41D25DD3D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C348D6B-A269-4449-8245-903574EA0FB0}"/>
              </a:ext>
            </a:extLst>
          </p:cNvPr>
          <p:cNvCxnSpPr>
            <a:cxnSpLocks/>
          </p:cNvCxnSpPr>
          <p:nvPr/>
        </p:nvCxnSpPr>
        <p:spPr>
          <a:xfrm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BF1BEA5-531B-121C-CD26-A9C2AB0A0B9A}"/>
              </a:ext>
            </a:extLst>
          </p:cNvPr>
          <p:cNvSpPr/>
          <p:nvPr/>
        </p:nvSpPr>
        <p:spPr>
          <a:xfrm>
            <a:off x="99152" y="826277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6BA27A0-19C9-698C-F654-2075C6729A87}"/>
              </a:ext>
            </a:extLst>
          </p:cNvPr>
          <p:cNvSpPr/>
          <p:nvPr/>
        </p:nvSpPr>
        <p:spPr>
          <a:xfrm>
            <a:off x="99152" y="1825200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D117147-45CF-01E4-76C6-16A7615FFB79}"/>
              </a:ext>
            </a:extLst>
          </p:cNvPr>
          <p:cNvSpPr/>
          <p:nvPr/>
        </p:nvSpPr>
        <p:spPr>
          <a:xfrm>
            <a:off x="99152" y="2824123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790EC9C-7710-19A2-70D6-4FFB6D7D58CF}"/>
              </a:ext>
            </a:extLst>
          </p:cNvPr>
          <p:cNvSpPr/>
          <p:nvPr/>
        </p:nvSpPr>
        <p:spPr>
          <a:xfrm>
            <a:off x="99153" y="820330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0786D84-B0F3-6423-7221-4A1B3B745005}"/>
              </a:ext>
            </a:extLst>
          </p:cNvPr>
          <p:cNvSpPr/>
          <p:nvPr/>
        </p:nvSpPr>
        <p:spPr>
          <a:xfrm>
            <a:off x="99153" y="1822439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 b="1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67BB476-4F89-C78C-C6F0-094DE7696845}"/>
              </a:ext>
            </a:extLst>
          </p:cNvPr>
          <p:cNvSpPr/>
          <p:nvPr/>
        </p:nvSpPr>
        <p:spPr>
          <a:xfrm>
            <a:off x="99153" y="2841128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2832097A-DAE9-43BC-65DD-EDDBF28F2F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425" y="822972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A</a:t>
            </a:r>
            <a:endParaRPr kumimoji="1" lang="ja-JP" altLang="en-US"/>
          </a:p>
        </p:txBody>
      </p:sp>
      <p:sp>
        <p:nvSpPr>
          <p:cNvPr id="23" name="テキスト プレースホルダー 21">
            <a:extLst>
              <a:ext uri="{FF2B5EF4-FFF2-40B4-BE49-F238E27FC236}">
                <a16:creationId xmlns:a16="http://schemas.microsoft.com/office/drawing/2014/main" id="{10CC3836-37EE-16E4-B260-737D8EB4F7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25" y="1842286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B</a:t>
            </a:r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5A15F3D4-9540-57E3-95B7-CF07CD59D1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425" y="2824548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C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70E5BB-5356-A4A6-E35E-B97C2A2CC88E}"/>
              </a:ext>
            </a:extLst>
          </p:cNvPr>
          <p:cNvSpPr/>
          <p:nvPr/>
        </p:nvSpPr>
        <p:spPr>
          <a:xfrm>
            <a:off x="99152" y="3823046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B1DBD6D-DD59-24D9-7BA8-FBB83F69F285}"/>
              </a:ext>
            </a:extLst>
          </p:cNvPr>
          <p:cNvSpPr/>
          <p:nvPr/>
        </p:nvSpPr>
        <p:spPr>
          <a:xfrm>
            <a:off x="99153" y="3822952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63787827-35A9-9FBD-DD29-A8A8C8B31D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25" y="3829413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D</a:t>
            </a:r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72E833C-8A0B-0A1A-95A8-5B3921521567}"/>
              </a:ext>
            </a:extLst>
          </p:cNvPr>
          <p:cNvSpPr/>
          <p:nvPr/>
        </p:nvSpPr>
        <p:spPr>
          <a:xfrm>
            <a:off x="99152" y="4821969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6399000-679B-1B6F-E88B-992E8C1D4DB8}"/>
              </a:ext>
            </a:extLst>
          </p:cNvPr>
          <p:cNvSpPr/>
          <p:nvPr/>
        </p:nvSpPr>
        <p:spPr>
          <a:xfrm>
            <a:off x="99153" y="4840391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0" name="テキスト プレースホルダー 21">
            <a:extLst>
              <a:ext uri="{FF2B5EF4-FFF2-40B4-BE49-F238E27FC236}">
                <a16:creationId xmlns:a16="http://schemas.microsoft.com/office/drawing/2014/main" id="{21F8A762-9B74-993A-03B2-D3611FBCC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425" y="4825061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E</a:t>
            </a:r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DE9BCB6-02A9-E661-3D78-1FDDC7561D05}"/>
              </a:ext>
            </a:extLst>
          </p:cNvPr>
          <p:cNvSpPr/>
          <p:nvPr/>
        </p:nvSpPr>
        <p:spPr>
          <a:xfrm>
            <a:off x="99152" y="5820893"/>
            <a:ext cx="12007495" cy="100235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5B134BE-317B-5909-4FCD-24302CB95187}"/>
              </a:ext>
            </a:extLst>
          </p:cNvPr>
          <p:cNvSpPr/>
          <p:nvPr/>
        </p:nvSpPr>
        <p:spPr>
          <a:xfrm>
            <a:off x="99153" y="5820893"/>
            <a:ext cx="484742" cy="10023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vert270" rtlCol="0" anchor="ctr"/>
          <a:lstStyle/>
          <a:p>
            <a:pPr algn="ctr"/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6" name="テキスト プレースホルダー 21">
            <a:extLst>
              <a:ext uri="{FF2B5EF4-FFF2-40B4-BE49-F238E27FC236}">
                <a16:creationId xmlns:a16="http://schemas.microsoft.com/office/drawing/2014/main" id="{BF05077F-AD0C-8228-A64C-657CABC91A3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8425" y="5823467"/>
            <a:ext cx="485775" cy="998645"/>
          </a:xfrm>
        </p:spPr>
        <p:txBody>
          <a:bodyPr vert="vert27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b="1"/>
            </a:lvl1pPr>
          </a:lstStyle>
          <a:p>
            <a:pPr lvl="0"/>
            <a:r>
              <a:rPr kumimoji="1" lang="ja-JP" altLang="en-US"/>
              <a:t>対応者</a:t>
            </a:r>
            <a:r>
              <a:rPr kumimoji="1" lang="en-US" altLang="ja-JP"/>
              <a:t>F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171025"/>
      </p:ext>
      <p:ext uri="{D25805B6-9D04-4E6C-9519-BF893DD7720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9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 hidden="1">
            <a:extLst>
              <a:ext uri="{FB750039-EBCB-4519-AF4F-34E35CCF6D6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764FA5-91FF-4F88-8139-31171B89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Footer Placeholder 4" hidden="1">
            <a:extLst>
              <a:ext uri="{865224E4-CDA5-4F77-AEF9-667D593567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6F78C86-F3B8-4F82-93CB-8D343465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endParaRPr kumimoji="1" lang="ja-JP" altLang="en-US"/>
          </a:p>
        </p:txBody>
      </p:sp>
      <p:sp>
        <p:nvSpPr>
          <p:cNvPr id="4" name="Slide Number Placeholder 5" hidden="1">
            <a:extLst>
              <a:ext uri="{D2661479-B82D-413E-B3AC-A8A67B90A43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E94C99-06FA-4079-AC6F-3041A3000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595172"/>
      </p:ext>
      <p:ext uri="{09AEAF8A-0338-4223-8D8E-C06FEA10230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04344481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12192213" cy="685829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33"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 flipH="1">
            <a:off x="2" y="0"/>
            <a:ext cx="12192212" cy="685829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65151" y="114987"/>
            <a:ext cx="11360926" cy="47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14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11007968" y="6171011"/>
            <a:ext cx="731738" cy="52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050" tIns="116050" rIns="116050" bIns="1160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79" b="1" i="0" u="none" strike="noStrike" cap="none">
                <a:solidFill>
                  <a:srgbClr val="666666"/>
                </a:solidFill>
              </a:defRPr>
            </a:lvl9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Google Shape;14;p2"/>
          <p:cNvSpPr txBox="1"/>
          <p:nvPr/>
        </p:nvSpPr>
        <p:spPr>
          <a:xfrm>
            <a:off x="5201275" y="6371750"/>
            <a:ext cx="1852779" cy="30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altLang="ja" sz="907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-US" altLang="ja" sz="907">
                <a:solidFill>
                  <a:srgbClr val="999999"/>
                </a:solidFill>
              </a:rPr>
              <a:t>NET FLAG</a:t>
            </a:r>
            <a:r>
              <a:rPr lang="ja" altLang="en-US" sz="907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ja" sz="907" b="0" i="0" u="none" strike="noStrike" cap="non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INC.</a:t>
            </a:r>
            <a:endParaRPr sz="907" b="0" i="0" u="none" strike="noStrike" cap="non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40367" y="-16057"/>
            <a:ext cx="12232580" cy="6858295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82939" tIns="82939" rIns="82939" bIns="82939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33"/>
          </a:p>
        </p:txBody>
      </p:sp>
    </p:spTree>
    <p:extLst>
      <p:ext uri="{BB962C8B-B14F-4D97-AF65-F5344CB8AC3E}">
        <p14:creationId xmlns:p14="http://schemas.microsoft.com/office/powerpoint/2010/main" val="1849942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DD427F-D802-0116-25FA-870BD9A809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27362BA-DFAC-3F29-D271-0F9D7A8AA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4111FE-69EF-0E5C-3465-D402060B4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54DD8C-0D1C-AFBE-0D2A-B7D0103D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A936C6-A41B-1E80-56EC-F66C432AE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540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A0EB559F-484B-47E4-A548-81E5BDAC4CF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649306-C9B8-4977-9AB1-D9E77DDAFA77}"/>
              </a:ext>
            </a:extLst>
          </p:cNvPr>
          <p:cNvSpPr/>
          <p:nvPr/>
        </p:nvSpPr>
        <p:spPr>
          <a:xfrm>
            <a:off x="-5476" y="6533178"/>
            <a:ext cx="12197475" cy="332293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" name="Title Placeholder 1">
            <a:extLst>
              <a:ext uri="{805B64E0-BAB2-472E-BD7C-244838DFC78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D5ED78-69C9-488B-8B89-0D9D7EF15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02" y="253517"/>
            <a:ext cx="11532799" cy="5044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マスター タイトルの書式設定</a:t>
            </a:r>
          </a:p>
        </p:txBody>
      </p:sp>
      <p:sp>
        <p:nvSpPr>
          <p:cNvPr id="4" name="Text Placeholder 2">
            <a:extLst>
              <a:ext uri="{072B49A5-5601-4BE0-8D23-AA17209F7BA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777F78-AC8D-495B-9C9C-E74AE648D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973" y="931706"/>
            <a:ext cx="11548056" cy="537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マスター テキストの書式設定</a:t>
            </a:r>
          </a:p>
          <a:p>
            <a:pPr lvl="1"/>
            <a:r>
              <a:rPr lang="en-US" dirty="0"/>
              <a:t>第 2 レベル</a:t>
            </a:r>
          </a:p>
          <a:p>
            <a:pPr lvl="2"/>
            <a:r>
              <a:rPr lang="en-US" dirty="0"/>
              <a:t>第 3 レベル</a:t>
            </a:r>
          </a:p>
          <a:p>
            <a:pPr lvl="3"/>
            <a:r>
              <a:rPr lang="en-US" dirty="0"/>
              <a:t>第 4 レベル</a:t>
            </a:r>
          </a:p>
          <a:p>
            <a:pPr lvl="4"/>
            <a:r>
              <a:rPr lang="en-US" dirty="0"/>
              <a:t>第 5 レベル</a:t>
            </a:r>
          </a:p>
        </p:txBody>
      </p:sp>
      <p:sp>
        <p:nvSpPr>
          <p:cNvPr id="5" name="Slide Number Placeholder 5">
            <a:extLst>
              <a:ext uri="{E3700A8C-F4CE-42D3-8FE9-A8E90DBDECC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478AA7A-3727-4702-9292-22CEA5F60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1070" y="6565187"/>
            <a:ext cx="1168957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000" dirty="0">
                <a:solidFill>
                  <a:srgbClr val="231815"/>
                </a:solidFill>
                <a:latin typeface="Noto Sans JP"/>
              </a:defRPr>
            </a:lvl1pPr>
          </a:lstStyle>
          <a:p>
            <a:fld id="{250CF182-D6EB-1D46-8887-869AB31EBBE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Slide Number Placeholder 5">
            <a:extLst>
              <a:ext uri="{C3E862D6-1DD9-48C4-8256-24529DB134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259445D-3C6F-4737-A480-94A44ED80089}"/>
              </a:ext>
            </a:extLst>
          </p:cNvPr>
          <p:cNvSpPr txBox="1"/>
          <p:nvPr/>
        </p:nvSpPr>
        <p:spPr>
          <a:xfrm>
            <a:off x="321806" y="6565187"/>
            <a:ext cx="2352905" cy="2682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lvl="0" algn="r" rtl="0">
              <a:defRPr lang="en-US" sz="1100" dirty="0">
                <a:solidFill>
                  <a:schemeClr val="bg1">
                    <a:lumMod val="50000"/>
                  </a:schemeClr>
                </a:solidFill>
                <a:latin typeface="Noto Sans JP"/>
              </a:defRPr>
            </a:lvl1pPr>
            <a:lvl2pPr marL="457200" lvl="1" algn="l" rtl="0">
              <a:defRPr lang="en-US" sz="1800" dirty="0">
                <a:solidFill>
                  <a:schemeClr val="tx1"/>
                </a:solidFill>
                <a:latin typeface="+mn-lt"/>
              </a:defRPr>
            </a:lvl2pPr>
            <a:lvl3pPr marL="914400" lvl="2" algn="l" rtl="0">
              <a:defRPr lang="en-US" sz="1800" dirty="0">
                <a:solidFill>
                  <a:schemeClr val="tx1"/>
                </a:solidFill>
                <a:latin typeface="+mn-lt"/>
              </a:defRPr>
            </a:lvl3pPr>
            <a:lvl4pPr marL="1371600" lvl="3" algn="l" rtl="0">
              <a:defRPr lang="en-US" sz="1800" dirty="0">
                <a:solidFill>
                  <a:schemeClr val="tx1"/>
                </a:solidFill>
                <a:latin typeface="+mn-lt"/>
              </a:defRPr>
            </a:lvl4pPr>
            <a:lvl5pPr marL="1828800" lvl="4" algn="l" rtl="0">
              <a:defRPr lang="en-US" sz="1800" dirty="0">
                <a:solidFill>
                  <a:schemeClr val="tx1"/>
                </a:solidFill>
                <a:latin typeface="+mn-lt"/>
              </a:defRPr>
            </a:lvl5pPr>
            <a:lvl6pPr marL="2286000" lvl="5" algn="l" rtl="0">
              <a:defRPr lang="en-US" sz="1800" dirty="0">
                <a:solidFill>
                  <a:schemeClr val="tx1"/>
                </a:solidFill>
                <a:latin typeface="+mn-lt"/>
              </a:defRPr>
            </a:lvl6pPr>
            <a:lvl7pPr marL="2743200" lvl="6" algn="l" rtl="0">
              <a:defRPr lang="en-US" sz="1800" dirty="0">
                <a:solidFill>
                  <a:schemeClr val="tx1"/>
                </a:solidFill>
                <a:latin typeface="+mn-lt"/>
              </a:defRPr>
            </a:lvl7pPr>
            <a:lvl8pPr marL="3200400" lvl="7" algn="l" rtl="0">
              <a:defRPr lang="en-US" sz="1800" dirty="0">
                <a:solidFill>
                  <a:schemeClr val="tx1"/>
                </a:solidFill>
                <a:latin typeface="+mn-lt"/>
              </a:defRPr>
            </a:lvl8pPr>
            <a:lvl9pPr marL="3657600" lvl="8" algn="l" rtl="0">
              <a:defRPr lang="en-US" sz="1800" dirty="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sz="1000" dirty="0">
                <a:solidFill>
                  <a:srgbClr val="231815"/>
                </a:solidFill>
              </a:rPr>
              <a:t>©︎  dotThink Co., Ltd.</a:t>
            </a:r>
          </a:p>
        </p:txBody>
      </p:sp>
      <p:pic>
        <p:nvPicPr>
          <p:cNvPr id="7" name="図 7" descr="図形&#10;&#10;中程度の精度で自動的に生成された説明">
            <a:extLst>
              <a:ext uri="{87A9AA1C-E287-47C0-9779-13CEA60725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7B2DBC-AB60-4C44-A7F7-DD9CA834F4D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41999" b="-41999"/>
          <a:stretch>
            <a:fillRect/>
          </a:stretch>
        </p:blipFill>
        <p:spPr>
          <a:xfrm>
            <a:off x="10729179" y="253517"/>
            <a:ext cx="1125426" cy="554369"/>
          </a:xfrm>
          <a:prstGeom prst="rect">
            <a:avLst/>
          </a:prstGeom>
          <a:noFill/>
        </p:spPr>
      </p:pic>
      <p:sp>
        <p:nvSpPr>
          <p:cNvPr id="8" name="Footer Placeholder 4" hidden="1">
            <a:extLst>
              <a:ext uri="{19A68195-C25B-490D-8325-6D989E039F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E681CB-0736-4666-B908-573E62241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7400" y="6248400"/>
            <a:ext cx="69088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9" name="Date Placeholder 3" hidden="1">
            <a:extLst>
              <a:ext uri="{241DE7C5-5BF1-4C48-8FE4-7340A368D23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4BD4B2C-64D8-40EF-B9E4-1D027703B0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6000" y="6260044"/>
            <a:ext cx="2186093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87D211AE-B1E5-1943-A395-8377474F1C01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cxnSp>
        <p:nvCxnSpPr>
          <p:cNvPr id="10" name="直線コネクタ 9">
            <a:extLst>
              <a:ext uri="{7359EA92-4AF1-4518-A120-EB41D25DD3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348D6B-A269-4449-8245-903574EA0FB0}"/>
              </a:ext>
            </a:extLst>
          </p:cNvPr>
          <p:cNvCxnSpPr/>
          <p:nvPr/>
        </p:nvCxnSpPr>
        <p:spPr>
          <a:xfrm rot="10800000" flipH="1">
            <a:off x="359902" y="771525"/>
            <a:ext cx="11520944" cy="0"/>
          </a:xfrm>
          <a:prstGeom prst="line">
            <a:avLst/>
          </a:prstGeom>
          <a:ln>
            <a:solidFill>
              <a:srgbClr val="2318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91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lvl="0" algn="l" rtl="0" eaLnBrk="1" hangingPunct="1">
        <a:lnSpc>
          <a:spcPct val="90000"/>
        </a:lnSpc>
        <a:spcBef>
          <a:spcPct val="0"/>
        </a:spcBef>
        <a:buNone/>
        <a:defRPr kumimoji="1" lang="en-US" sz="2000" b="1" dirty="0">
          <a:solidFill>
            <a:srgbClr val="231815"/>
          </a:solidFill>
          <a:latin typeface="Noto Sans JP"/>
        </a:defRPr>
      </a:lvl1pPr>
    </p:titleStyle>
    <p:bodyStyle>
      <a:lvl1pPr marL="228600" lvl="0" indent="-228600" algn="l" rtl="0" eaLnBrk="1" hangingPunct="1">
        <a:lnSpc>
          <a:spcPct val="160000"/>
        </a:lnSpc>
        <a:spcBef>
          <a:spcPts val="10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1pPr>
      <a:lvl2pPr marL="685800" lvl="1" indent="-228600" algn="l" rtl="0" eaLnBrk="1" hangingPunct="1">
        <a:lnSpc>
          <a:spcPct val="120000"/>
        </a:lnSpc>
        <a:spcBef>
          <a:spcPts val="5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2pPr>
      <a:lvl3pPr marL="1143000" lvl="2" indent="-228600" algn="l" rtl="0" eaLnBrk="1" hangingPunct="1">
        <a:lnSpc>
          <a:spcPct val="120000"/>
        </a:lnSpc>
        <a:spcBef>
          <a:spcPts val="5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3pPr>
      <a:lvl4pPr marL="1600200" lvl="3" indent="-228600" algn="l" rtl="0" eaLnBrk="1" hangingPunct="1">
        <a:lnSpc>
          <a:spcPct val="120000"/>
        </a:lnSpc>
        <a:spcBef>
          <a:spcPts val="5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4pPr>
      <a:lvl5pPr marL="2057400" lvl="4" indent="-228600" algn="l" rtl="0" eaLnBrk="1" hangingPunct="1">
        <a:lnSpc>
          <a:spcPct val="120000"/>
        </a:lnSpc>
        <a:spcBef>
          <a:spcPts val="500"/>
        </a:spcBef>
        <a:buFont typeface="Arial"/>
        <a:buChar char="•"/>
        <a:defRPr kumimoji="1" lang="en-US" sz="1600" spc="0" baseline="0" dirty="0">
          <a:solidFill>
            <a:srgbClr val="231815"/>
          </a:solidFill>
          <a:latin typeface="Noto Sans JP"/>
        </a:defRPr>
      </a:lvl5pPr>
      <a:lvl6pPr marL="2514600" lvl="5" indent="-228600" algn="l" rtl="0" eaLnBrk="1" hangingPunct="1">
        <a:lnSpc>
          <a:spcPct val="90000"/>
        </a:lnSpc>
        <a:spcBef>
          <a:spcPts val="500"/>
        </a:spcBef>
        <a:buFont typeface="Arial"/>
        <a:buChar char="•"/>
        <a:defRPr kumimoji="1" lang="en-US" sz="1800" dirty="0">
          <a:solidFill>
            <a:schemeClr val="tx1"/>
          </a:solidFill>
          <a:latin typeface="+mn-lt"/>
        </a:defRPr>
      </a:lvl6pPr>
      <a:lvl7pPr marL="2971800" lvl="6" indent="-228600" algn="l" rtl="0" eaLnBrk="1" hangingPunct="1">
        <a:lnSpc>
          <a:spcPct val="90000"/>
        </a:lnSpc>
        <a:spcBef>
          <a:spcPts val="500"/>
        </a:spcBef>
        <a:buFont typeface="Arial"/>
        <a:buChar char="•"/>
        <a:defRPr kumimoji="1" lang="en-US" sz="1800" dirty="0">
          <a:solidFill>
            <a:schemeClr val="tx1"/>
          </a:solidFill>
          <a:latin typeface="+mn-lt"/>
        </a:defRPr>
      </a:lvl7pPr>
      <a:lvl8pPr marL="3429000" lvl="7" indent="-228600" algn="l" rtl="0" eaLnBrk="1" hangingPunct="1">
        <a:lnSpc>
          <a:spcPct val="90000"/>
        </a:lnSpc>
        <a:spcBef>
          <a:spcPts val="500"/>
        </a:spcBef>
        <a:buFont typeface="Arial"/>
        <a:buChar char="•"/>
        <a:defRPr kumimoji="1" lang="en-US" sz="1800" dirty="0">
          <a:solidFill>
            <a:schemeClr val="tx1"/>
          </a:solidFill>
          <a:latin typeface="+mn-lt"/>
        </a:defRPr>
      </a:lvl8pPr>
      <a:lvl9pPr marL="3886200" lvl="8" indent="-228600" algn="l" rtl="0" eaLnBrk="1" hangingPunct="1">
        <a:lnSpc>
          <a:spcPct val="90000"/>
        </a:lnSpc>
        <a:spcBef>
          <a:spcPts val="500"/>
        </a:spcBef>
        <a:buFont typeface="Arial"/>
        <a:buChar char="•"/>
        <a:defRPr kumimoji="1"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 eaLnBrk="1" hangingPunct="1">
        <a:defRPr kumimoji="1" lang="en-US" sz="1800" dirty="0">
          <a:solidFill>
            <a:schemeClr val="tx1"/>
          </a:solidFill>
          <a:latin typeface="+mn-lt"/>
        </a:defRPr>
      </a:lvl1pPr>
      <a:lvl2pPr marL="457200" lvl="1" algn="l" rtl="0" eaLnBrk="1" hangingPunct="1">
        <a:defRPr kumimoji="1" lang="en-US" sz="1800" dirty="0">
          <a:solidFill>
            <a:schemeClr val="tx1"/>
          </a:solidFill>
          <a:latin typeface="+mn-lt"/>
        </a:defRPr>
      </a:lvl2pPr>
      <a:lvl3pPr marL="914400" lvl="2" algn="l" rtl="0" eaLnBrk="1" hangingPunct="1">
        <a:defRPr kumimoji="1" lang="en-US" sz="1800" dirty="0">
          <a:solidFill>
            <a:schemeClr val="tx1"/>
          </a:solidFill>
          <a:latin typeface="+mn-lt"/>
        </a:defRPr>
      </a:lvl3pPr>
      <a:lvl4pPr marL="1371600" lvl="3" algn="l" rtl="0" eaLnBrk="1" hangingPunct="1">
        <a:defRPr kumimoji="1" lang="en-US" sz="1800" dirty="0">
          <a:solidFill>
            <a:schemeClr val="tx1"/>
          </a:solidFill>
          <a:latin typeface="+mn-lt"/>
        </a:defRPr>
      </a:lvl4pPr>
      <a:lvl5pPr marL="1828800" lvl="4" algn="l" rtl="0" eaLnBrk="1" hangingPunct="1">
        <a:defRPr kumimoji="1" lang="en-US" sz="1800" dirty="0">
          <a:solidFill>
            <a:schemeClr val="tx1"/>
          </a:solidFill>
          <a:latin typeface="+mn-lt"/>
        </a:defRPr>
      </a:lvl5pPr>
      <a:lvl6pPr marL="2286000" lvl="5" algn="l" rtl="0" eaLnBrk="1" hangingPunct="1">
        <a:defRPr kumimoji="1" lang="en-US" sz="1800" dirty="0">
          <a:solidFill>
            <a:schemeClr val="tx1"/>
          </a:solidFill>
          <a:latin typeface="+mn-lt"/>
        </a:defRPr>
      </a:lvl6pPr>
      <a:lvl7pPr marL="2743200" lvl="6" algn="l" rtl="0" eaLnBrk="1" hangingPunct="1">
        <a:defRPr kumimoji="1" lang="en-US" sz="1800" dirty="0">
          <a:solidFill>
            <a:schemeClr val="tx1"/>
          </a:solidFill>
          <a:latin typeface="+mn-lt"/>
        </a:defRPr>
      </a:lvl7pPr>
      <a:lvl8pPr marL="3200400" lvl="7" algn="l" rtl="0" eaLnBrk="1" hangingPunct="1">
        <a:defRPr kumimoji="1" lang="en-US" sz="1800" dirty="0">
          <a:solidFill>
            <a:schemeClr val="tx1"/>
          </a:solidFill>
          <a:latin typeface="+mn-lt"/>
        </a:defRPr>
      </a:lvl8pPr>
      <a:lvl9pPr marL="3657600" lvl="8" algn="l" rtl="0" eaLnBrk="1" hangingPunct="1">
        <a:defRPr kumimoji="1"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BA7BA57-78A1-8C3A-2022-FB161E2D07A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1228725" y="2552138"/>
            <a:ext cx="7423146" cy="1122616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学生用・教員用</a:t>
            </a:r>
            <a:br>
              <a:rPr lang="en-US" altLang="ja-JP" dirty="0"/>
            </a:br>
            <a:r>
              <a:rPr lang="ja-JP" altLang="en-US" dirty="0"/>
              <a:t>ネットワーク分割のご提案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944C149-E6A0-C5F5-E3CB-E0D3723A026C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>
            <a:normAutofit/>
          </a:bodyPr>
          <a:lstStyle/>
          <a:p>
            <a:r>
              <a:rPr lang="ja-JP" altLang="en-US"/>
              <a:t>ドットシンク株式会社 小野 隆士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B53A57D-5A66-F95E-4AD2-C222E1E7720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ja-JP" altLang="en-US"/>
              <a:t>学校法人小津奨学会 名古屋経営会計専門学校</a:t>
            </a:r>
            <a:r>
              <a:rPr lang="en-US" altLang="ja-JP" dirty="0"/>
              <a:t> </a:t>
            </a:r>
            <a:r>
              <a:rPr lang="ja-JP" altLang="en-US"/>
              <a:t>御中</a:t>
            </a:r>
          </a:p>
        </p:txBody>
      </p:sp>
    </p:spTree>
    <p:extLst>
      <p:ext uri="{BB962C8B-B14F-4D97-AF65-F5344CB8AC3E}">
        <p14:creationId xmlns:p14="http://schemas.microsoft.com/office/powerpoint/2010/main" val="326352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ADBAD-66ED-FBA2-7720-304D30F4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63E07C-90E1-A283-5A04-174E57C1A5BA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kumimoji="1" lang="ja-JP" altLang="en-US" dirty="0"/>
              <a:t>ご提案比較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9D94FC-ADB3-4528-2874-3BD7F169200C}"/>
              </a:ext>
            </a:extLst>
          </p:cNvPr>
          <p:cNvSpPr txBox="1"/>
          <p:nvPr/>
        </p:nvSpPr>
        <p:spPr>
          <a:xfrm>
            <a:off x="488197" y="974187"/>
            <a:ext cx="3543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■物理ケーブル追加＋機器設定作業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FB28B1-6532-E88B-76BE-CE447CC07565}"/>
              </a:ext>
            </a:extLst>
          </p:cNvPr>
          <p:cNvSpPr txBox="1"/>
          <p:nvPr/>
        </p:nvSpPr>
        <p:spPr>
          <a:xfrm>
            <a:off x="488196" y="3616759"/>
            <a:ext cx="4398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■既存ケーブル＋機器設定作業（仮想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1FFFBA-EA3F-841C-C6D4-F6BF82D7648F}"/>
              </a:ext>
            </a:extLst>
          </p:cNvPr>
          <p:cNvSpPr txBox="1"/>
          <p:nvPr/>
        </p:nvSpPr>
        <p:spPr>
          <a:xfrm>
            <a:off x="827626" y="1395713"/>
            <a:ext cx="10536748" cy="238629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学生用と職員用のネットワークを物理ケーブルで分割して構成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アクセスポイントに学生用・職員用の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本のケーブルを配線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アクセスポイントから配線する電源供給ができる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PoE SW</a:t>
            </a:r>
          </a:p>
          <a:p>
            <a:pPr marL="534988">
              <a:spcBef>
                <a:spcPts val="300"/>
              </a:spcBef>
            </a:pP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HUB 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に新しく買い換え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2438">
              <a:lnSpc>
                <a:spcPct val="150000"/>
              </a:lnSpc>
              <a:spcBef>
                <a:spcPts val="600"/>
              </a:spcBef>
              <a:tabLst>
                <a:tab pos="627063" algn="l"/>
              </a:tabLst>
            </a:pP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※ 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現在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PoE 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は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ポート、アクセスポイント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2438">
              <a:lnSpc>
                <a:spcPct val="150000"/>
              </a:lnSpc>
              <a:tabLst>
                <a:tab pos="627063" algn="l"/>
              </a:tabLst>
            </a:pP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2438">
              <a:lnSpc>
                <a:spcPct val="150000"/>
              </a:lnSpc>
              <a:tabLst>
                <a:tab pos="627063" algn="l"/>
              </a:tabLst>
            </a:pP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spcBef>
                <a:spcPts val="800"/>
              </a:spcBef>
              <a:buFont typeface="+mj-lt"/>
              <a:buAutoNum type="arabicPeriod" startAt="2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ネットワーク機器設定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アクセスポイント：ゲスト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停止、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ネットワーク用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SSID 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設定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ルータ：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VLAN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設定、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ネットワーク間のアクセス制限設定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ネットワーク用 動的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アドレス配布（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DHCP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）設定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7132539-277F-E11C-C79B-A5EF2443D6E9}"/>
              </a:ext>
            </a:extLst>
          </p:cNvPr>
          <p:cNvSpPr txBox="1"/>
          <p:nvPr/>
        </p:nvSpPr>
        <p:spPr>
          <a:xfrm>
            <a:off x="827626" y="4049298"/>
            <a:ext cx="10536748" cy="235449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既存の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を仮想的に分割して構成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既存の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ケーブルを学生用・職員用に分割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2438">
              <a:lnSpc>
                <a:spcPct val="150000"/>
              </a:lnSpc>
              <a:tabLst>
                <a:tab pos="627063" algn="l"/>
              </a:tabLst>
            </a:pP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2438">
              <a:lnSpc>
                <a:spcPct val="150000"/>
              </a:lnSpc>
              <a:tabLst>
                <a:tab pos="627063" algn="l"/>
              </a:tabLst>
            </a:pP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2438">
              <a:lnSpc>
                <a:spcPct val="150000"/>
              </a:lnSpc>
              <a:tabLst>
                <a:tab pos="627063" algn="l"/>
              </a:tabLst>
            </a:pP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2438">
              <a:lnSpc>
                <a:spcPct val="150000"/>
              </a:lnSpc>
              <a:tabLst>
                <a:tab pos="627063" algn="l"/>
              </a:tabLst>
            </a:pP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452438">
              <a:lnSpc>
                <a:spcPct val="150000"/>
              </a:lnSpc>
              <a:tabLst>
                <a:tab pos="627063" algn="l"/>
              </a:tabLst>
            </a:pP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spcBef>
                <a:spcPts val="800"/>
              </a:spcBef>
              <a:buFont typeface="+mj-lt"/>
              <a:buAutoNum type="arabicPeriod" startAt="2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ネットワーク機器設定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アクセスポイント：ゲスト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LAN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停止、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ネットワーク用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SSID 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設定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ルータ：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VLAN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設定、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ネットワーク間のアクセス制限設定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5524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ネットワーク用 動的 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IP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アドレス配布（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DHCP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）設定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0F2C315-346D-C8EF-1CCC-DFBDAEF22CCA}"/>
              </a:ext>
            </a:extLst>
          </p:cNvPr>
          <p:cNvCxnSpPr>
            <a:cxnSpLocks/>
          </p:cNvCxnSpPr>
          <p:nvPr/>
        </p:nvCxnSpPr>
        <p:spPr>
          <a:xfrm>
            <a:off x="321802" y="3385335"/>
            <a:ext cx="11532799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907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9EC3-3564-0BD6-A750-F210B2C29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9C4E7A-4F38-244C-AA4E-E800AE9081C8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lang="ja-JP" altLang="en-US" dirty="0"/>
              <a:t>ご提案 学生用 ／ 職員用ネットワーク分離（物理</a:t>
            </a:r>
            <a:r>
              <a:rPr lang="en-US" altLang="ja-JP" dirty="0"/>
              <a:t>LAN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1B6049-7E8A-B5D6-A9BC-4D08B4BC662A}"/>
              </a:ext>
            </a:extLst>
          </p:cNvPr>
          <p:cNvSpPr txBox="1"/>
          <p:nvPr/>
        </p:nvSpPr>
        <p:spPr>
          <a:xfrm>
            <a:off x="9081312" y="1593667"/>
            <a:ext cx="2546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 err="1"/>
              <a:t>nmac</a:t>
            </a:r>
            <a:r>
              <a:rPr kumimoji="1" lang="en-US" altLang="ja-JP" sz="1200" dirty="0"/>
              <a:t>-ap</a:t>
            </a:r>
            <a:r>
              <a:rPr kumimoji="1" lang="ja-JP" altLang="en-US" sz="1200" dirty="0"/>
              <a:t>（学生用）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1gou-jimu</a:t>
            </a:r>
            <a:r>
              <a:rPr kumimoji="1" lang="ja-JP" altLang="en-US" sz="1200" dirty="0"/>
              <a:t>（職員用）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88D1706-D9B6-BD30-6E77-28274527A0AE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9081312" y="1916833"/>
            <a:ext cx="256008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3552CA7-B672-E243-4791-96654D5BEDC6}"/>
              </a:ext>
            </a:extLst>
          </p:cNvPr>
          <p:cNvSpPr txBox="1"/>
          <p:nvPr/>
        </p:nvSpPr>
        <p:spPr>
          <a:xfrm>
            <a:off x="8236841" y="1158248"/>
            <a:ext cx="1287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無線</a:t>
            </a:r>
            <a:r>
              <a:rPr kumimoji="1" lang="en-US" altLang="ja-JP" sz="1200" dirty="0"/>
              <a:t>LAN AP</a:t>
            </a:r>
          </a:p>
          <a:p>
            <a:r>
              <a:rPr kumimoji="1" lang="en-US" altLang="ja-JP" sz="1200" dirty="0"/>
              <a:t>WAB-M1775-PS</a:t>
            </a:r>
            <a:endParaRPr kumimoji="1"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6A906F8-60B6-9FAD-AF12-4095461D7FB9}"/>
              </a:ext>
            </a:extLst>
          </p:cNvPr>
          <p:cNvSpPr txBox="1"/>
          <p:nvPr/>
        </p:nvSpPr>
        <p:spPr>
          <a:xfrm>
            <a:off x="9081312" y="2313634"/>
            <a:ext cx="2546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 err="1"/>
              <a:t>nmac</a:t>
            </a:r>
            <a:r>
              <a:rPr kumimoji="1" lang="en-US" altLang="ja-JP" sz="1200" dirty="0"/>
              <a:t>-ap</a:t>
            </a:r>
            <a:r>
              <a:rPr kumimoji="1" lang="ja-JP" altLang="en-US" sz="1200" dirty="0"/>
              <a:t>（学生用）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1gou-jimu</a:t>
            </a:r>
            <a:r>
              <a:rPr kumimoji="1" lang="ja-JP" altLang="en-US" sz="1200" dirty="0"/>
              <a:t>（職員用）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614FF7F-5E94-7257-E731-F47A0D0E5BD2}"/>
              </a:ext>
            </a:extLst>
          </p:cNvPr>
          <p:cNvCxnSpPr>
            <a:cxnSpLocks/>
            <a:stCxn id="14" idx="1"/>
          </p:cNvCxnSpPr>
          <p:nvPr/>
        </p:nvCxnSpPr>
        <p:spPr>
          <a:xfrm>
            <a:off x="9081312" y="2636800"/>
            <a:ext cx="256008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63EB9AD-CEB1-7BF4-AD09-1E245B2B0D64}"/>
              </a:ext>
            </a:extLst>
          </p:cNvPr>
          <p:cNvSpPr txBox="1"/>
          <p:nvPr/>
        </p:nvSpPr>
        <p:spPr>
          <a:xfrm>
            <a:off x="9081312" y="3058146"/>
            <a:ext cx="2546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 err="1"/>
              <a:t>nmac</a:t>
            </a:r>
            <a:r>
              <a:rPr kumimoji="1" lang="en-US" altLang="ja-JP" sz="1200" dirty="0"/>
              <a:t>-ap</a:t>
            </a:r>
            <a:r>
              <a:rPr kumimoji="1" lang="ja-JP" altLang="en-US" sz="1200" dirty="0"/>
              <a:t>（学生用）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1gou-jimu</a:t>
            </a:r>
            <a:r>
              <a:rPr kumimoji="1" lang="ja-JP" altLang="en-US" sz="1200" dirty="0"/>
              <a:t>（職員用）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0ECF169-D6B1-21B4-D611-48F558D165B5}"/>
              </a:ext>
            </a:extLst>
          </p:cNvPr>
          <p:cNvCxnSpPr>
            <a:cxnSpLocks/>
            <a:stCxn id="17" idx="1"/>
          </p:cNvCxnSpPr>
          <p:nvPr/>
        </p:nvCxnSpPr>
        <p:spPr>
          <a:xfrm>
            <a:off x="9081312" y="3381312"/>
            <a:ext cx="256008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485D5EA-888B-6E7F-CFFD-79FA23307047}"/>
              </a:ext>
            </a:extLst>
          </p:cNvPr>
          <p:cNvSpPr txBox="1"/>
          <p:nvPr/>
        </p:nvSpPr>
        <p:spPr>
          <a:xfrm>
            <a:off x="9081312" y="4496757"/>
            <a:ext cx="2546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 err="1"/>
              <a:t>nmac</a:t>
            </a:r>
            <a:r>
              <a:rPr kumimoji="1" lang="en-US" altLang="ja-JP" sz="1200" dirty="0"/>
              <a:t>-ap</a:t>
            </a:r>
            <a:r>
              <a:rPr kumimoji="1" lang="ja-JP" altLang="en-US" sz="1200" dirty="0"/>
              <a:t>（学生用）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1gou-jimu</a:t>
            </a:r>
            <a:r>
              <a:rPr kumimoji="1" lang="ja-JP" altLang="en-US" sz="1200" dirty="0"/>
              <a:t>（職員用）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5B4CE484-35F9-590E-BA88-3C150D77B8E9}"/>
              </a:ext>
            </a:extLst>
          </p:cNvPr>
          <p:cNvCxnSpPr>
            <a:cxnSpLocks/>
            <a:stCxn id="20" idx="1"/>
          </p:cNvCxnSpPr>
          <p:nvPr/>
        </p:nvCxnSpPr>
        <p:spPr>
          <a:xfrm>
            <a:off x="9081312" y="4819923"/>
            <a:ext cx="256008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B16847E-DE4A-3A85-A0FB-1F269F4B9C62}"/>
              </a:ext>
            </a:extLst>
          </p:cNvPr>
          <p:cNvSpPr txBox="1"/>
          <p:nvPr/>
        </p:nvSpPr>
        <p:spPr>
          <a:xfrm>
            <a:off x="1912320" y="1282835"/>
            <a:ext cx="1287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PoE SW HUB</a:t>
            </a:r>
          </a:p>
          <a:p>
            <a:r>
              <a:rPr kumimoji="1" lang="en-US" altLang="ja-JP" sz="1200" dirty="0"/>
              <a:t>BS-MP2012 </a:t>
            </a:r>
            <a:endParaRPr kumimoji="1" lang="ja-JP" altLang="en-US" sz="1200" dirty="0"/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E09F44F0-7B0E-DCCD-07FA-D57A01FEBC38}"/>
              </a:ext>
            </a:extLst>
          </p:cNvPr>
          <p:cNvCxnSpPr>
            <a:cxnSpLocks/>
            <a:stCxn id="52" idx="2"/>
            <a:endCxn id="32" idx="1"/>
          </p:cNvCxnSpPr>
          <p:nvPr/>
        </p:nvCxnSpPr>
        <p:spPr>
          <a:xfrm rot="5400000" flipH="1" flipV="1">
            <a:off x="5824909" y="-601887"/>
            <a:ext cx="258888" cy="5123733"/>
          </a:xfrm>
          <a:prstGeom prst="bentConnector4">
            <a:avLst>
              <a:gd name="adj1" fmla="val -88301"/>
              <a:gd name="adj2" fmla="val 50816"/>
            </a:avLst>
          </a:prstGeom>
          <a:ln w="254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E8C39B1-D8C2-5EA6-F166-E82422EF6294}"/>
              </a:ext>
            </a:extLst>
          </p:cNvPr>
          <p:cNvSpPr/>
          <p:nvPr/>
        </p:nvSpPr>
        <p:spPr>
          <a:xfrm>
            <a:off x="8516220" y="1744240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4C47873F-BE53-3A4F-F92D-E440B33EE831}"/>
              </a:ext>
            </a:extLst>
          </p:cNvPr>
          <p:cNvSpPr/>
          <p:nvPr/>
        </p:nvSpPr>
        <p:spPr>
          <a:xfrm>
            <a:off x="8516220" y="1970519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DBA5A669-47BC-6711-93BB-84D590448ADB}"/>
              </a:ext>
            </a:extLst>
          </p:cNvPr>
          <p:cNvSpPr/>
          <p:nvPr/>
        </p:nvSpPr>
        <p:spPr>
          <a:xfrm>
            <a:off x="8516220" y="2464207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0A00372-5260-D8EA-1EFA-C3C6FE4CABAA}"/>
              </a:ext>
            </a:extLst>
          </p:cNvPr>
          <p:cNvSpPr/>
          <p:nvPr/>
        </p:nvSpPr>
        <p:spPr>
          <a:xfrm>
            <a:off x="8516220" y="2678679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A9FA363B-01B9-1954-EC8A-8A2E5FB151F2}"/>
              </a:ext>
            </a:extLst>
          </p:cNvPr>
          <p:cNvSpPr/>
          <p:nvPr/>
        </p:nvSpPr>
        <p:spPr>
          <a:xfrm>
            <a:off x="8516220" y="3199777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931D2B1-FEC4-C78C-BEB5-0F9575AC01A7}"/>
              </a:ext>
            </a:extLst>
          </p:cNvPr>
          <p:cNvSpPr/>
          <p:nvPr/>
        </p:nvSpPr>
        <p:spPr>
          <a:xfrm>
            <a:off x="8516220" y="3414249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738C4E13-F8F3-6161-B2E7-5E1BCD1BD46A}"/>
              </a:ext>
            </a:extLst>
          </p:cNvPr>
          <p:cNvSpPr/>
          <p:nvPr/>
        </p:nvSpPr>
        <p:spPr>
          <a:xfrm>
            <a:off x="8516220" y="3895199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C216597-6D2F-1150-E92C-7464E9DC3291}"/>
              </a:ext>
            </a:extLst>
          </p:cNvPr>
          <p:cNvSpPr/>
          <p:nvPr/>
        </p:nvSpPr>
        <p:spPr>
          <a:xfrm>
            <a:off x="8516220" y="4109671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5B00636-F43C-1026-A7B4-E8604442AF33}"/>
              </a:ext>
            </a:extLst>
          </p:cNvPr>
          <p:cNvSpPr/>
          <p:nvPr/>
        </p:nvSpPr>
        <p:spPr>
          <a:xfrm>
            <a:off x="8516220" y="4687479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56B49B0-2541-3521-DAA2-764B2CE4B3E1}"/>
              </a:ext>
            </a:extLst>
          </p:cNvPr>
          <p:cNvSpPr/>
          <p:nvPr/>
        </p:nvSpPr>
        <p:spPr>
          <a:xfrm>
            <a:off x="8516220" y="4901951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CAA4EE1F-5E22-A645-FAFE-B3B376EFD6AA}"/>
              </a:ext>
            </a:extLst>
          </p:cNvPr>
          <p:cNvSpPr/>
          <p:nvPr/>
        </p:nvSpPr>
        <p:spPr>
          <a:xfrm>
            <a:off x="1679312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4453DCE-C537-6CAE-2EB1-6189F7611BA6}"/>
              </a:ext>
            </a:extLst>
          </p:cNvPr>
          <p:cNvSpPr/>
          <p:nvPr/>
        </p:nvSpPr>
        <p:spPr>
          <a:xfrm>
            <a:off x="1860251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00B28CF-F749-EC00-A378-1E52C9C65CEA}"/>
              </a:ext>
            </a:extLst>
          </p:cNvPr>
          <p:cNvSpPr/>
          <p:nvPr/>
        </p:nvSpPr>
        <p:spPr>
          <a:xfrm>
            <a:off x="2042530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D8714E0-9830-3B3F-CB42-AE78791CB1F0}"/>
              </a:ext>
            </a:extLst>
          </p:cNvPr>
          <p:cNvSpPr/>
          <p:nvPr/>
        </p:nvSpPr>
        <p:spPr>
          <a:xfrm>
            <a:off x="2223469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D398D9B6-983D-C810-E4A2-DB8235601F71}"/>
              </a:ext>
            </a:extLst>
          </p:cNvPr>
          <p:cNvSpPr/>
          <p:nvPr/>
        </p:nvSpPr>
        <p:spPr>
          <a:xfrm>
            <a:off x="2407848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04B888C-D952-62EA-B5FA-08F9176BFEE2}"/>
              </a:ext>
            </a:extLst>
          </p:cNvPr>
          <p:cNvSpPr/>
          <p:nvPr/>
        </p:nvSpPr>
        <p:spPr>
          <a:xfrm>
            <a:off x="2588787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57C5B96-2AC5-4EF3-3D1F-DC27167F4C6E}"/>
              </a:ext>
            </a:extLst>
          </p:cNvPr>
          <p:cNvSpPr/>
          <p:nvPr/>
        </p:nvSpPr>
        <p:spPr>
          <a:xfrm>
            <a:off x="2771066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D7B2F49-FE0C-2FCA-EFBD-73BA129A036F}"/>
              </a:ext>
            </a:extLst>
          </p:cNvPr>
          <p:cNvSpPr/>
          <p:nvPr/>
        </p:nvSpPr>
        <p:spPr>
          <a:xfrm>
            <a:off x="2952005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BA62D50C-8362-EFEF-0A7E-BA0AF69CDC0D}"/>
              </a:ext>
            </a:extLst>
          </p:cNvPr>
          <p:cNvSpPr/>
          <p:nvPr/>
        </p:nvSpPr>
        <p:spPr>
          <a:xfrm>
            <a:off x="3127973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BB32BB29-7754-40C8-9DFF-95CEF1025C12}"/>
              </a:ext>
            </a:extLst>
          </p:cNvPr>
          <p:cNvSpPr/>
          <p:nvPr/>
        </p:nvSpPr>
        <p:spPr>
          <a:xfrm>
            <a:off x="3308912" y="1916832"/>
            <a:ext cx="167149" cy="172592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AB922690-328F-8284-0A48-835EDE92EE30}"/>
              </a:ext>
            </a:extLst>
          </p:cNvPr>
          <p:cNvCxnSpPr>
            <a:cxnSpLocks/>
            <a:stCxn id="51" idx="2"/>
            <a:endCxn id="33" idx="1"/>
          </p:cNvCxnSpPr>
          <p:nvPr/>
        </p:nvCxnSpPr>
        <p:spPr>
          <a:xfrm rot="5400000" flipH="1" flipV="1">
            <a:off x="5847579" y="-579216"/>
            <a:ext cx="32609" cy="5304672"/>
          </a:xfrm>
          <a:prstGeom prst="bentConnector4">
            <a:avLst>
              <a:gd name="adj1" fmla="val -1123168"/>
              <a:gd name="adj2" fmla="val 54124"/>
            </a:avLst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コネクタ: カギ線 59">
            <a:extLst>
              <a:ext uri="{FF2B5EF4-FFF2-40B4-BE49-F238E27FC236}">
                <a16:creationId xmlns:a16="http://schemas.microsoft.com/office/drawing/2014/main" id="{B7D33E72-A8CF-62DE-1EEA-0C392770165E}"/>
              </a:ext>
            </a:extLst>
          </p:cNvPr>
          <p:cNvCxnSpPr>
            <a:cxnSpLocks/>
            <a:stCxn id="50" idx="2"/>
            <a:endCxn id="34" idx="1"/>
          </p:cNvCxnSpPr>
          <p:nvPr/>
        </p:nvCxnSpPr>
        <p:spPr>
          <a:xfrm rot="16200000" flipH="1">
            <a:off x="5545361" y="-420357"/>
            <a:ext cx="461079" cy="5480640"/>
          </a:xfrm>
          <a:prstGeom prst="bentConnector2">
            <a:avLst/>
          </a:prstGeom>
          <a:ln w="254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コネクタ: カギ線 62">
            <a:extLst>
              <a:ext uri="{FF2B5EF4-FFF2-40B4-BE49-F238E27FC236}">
                <a16:creationId xmlns:a16="http://schemas.microsoft.com/office/drawing/2014/main" id="{06797403-9C86-F0E4-4951-920FA16BAE9F}"/>
              </a:ext>
            </a:extLst>
          </p:cNvPr>
          <p:cNvCxnSpPr>
            <a:cxnSpLocks/>
            <a:stCxn id="49" idx="2"/>
            <a:endCxn id="35" idx="1"/>
          </p:cNvCxnSpPr>
          <p:nvPr/>
        </p:nvCxnSpPr>
        <p:spPr>
          <a:xfrm rot="16200000" flipH="1">
            <a:off x="5347655" y="-403591"/>
            <a:ext cx="675551" cy="5661579"/>
          </a:xfrm>
          <a:prstGeom prst="bentConnector2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FF60B8AC-1098-73B3-6EB6-9BDD84C16D8C}"/>
              </a:ext>
            </a:extLst>
          </p:cNvPr>
          <p:cNvCxnSpPr>
            <a:cxnSpLocks/>
            <a:stCxn id="48" idx="2"/>
            <a:endCxn id="36" idx="1"/>
          </p:cNvCxnSpPr>
          <p:nvPr/>
        </p:nvCxnSpPr>
        <p:spPr>
          <a:xfrm rot="16200000" flipH="1">
            <a:off x="4995967" y="-234181"/>
            <a:ext cx="1196649" cy="5843858"/>
          </a:xfrm>
          <a:prstGeom prst="bentConnector2">
            <a:avLst/>
          </a:prstGeom>
          <a:ln w="254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AF95AD6F-495D-2F87-CF96-7E2AA2C848A4}"/>
              </a:ext>
            </a:extLst>
          </p:cNvPr>
          <p:cNvCxnSpPr>
            <a:cxnSpLocks/>
            <a:stCxn id="47" idx="2"/>
            <a:endCxn id="37" idx="1"/>
          </p:cNvCxnSpPr>
          <p:nvPr/>
        </p:nvCxnSpPr>
        <p:spPr>
          <a:xfrm rot="16200000" flipH="1">
            <a:off x="4798261" y="-217415"/>
            <a:ext cx="1411121" cy="6024797"/>
          </a:xfrm>
          <a:prstGeom prst="bentConnector2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39B07239-F4E0-24FC-664E-7BC48AC3AA71}"/>
              </a:ext>
            </a:extLst>
          </p:cNvPr>
          <p:cNvCxnSpPr>
            <a:cxnSpLocks/>
            <a:stCxn id="46" idx="2"/>
            <a:endCxn id="38" idx="1"/>
          </p:cNvCxnSpPr>
          <p:nvPr/>
        </p:nvCxnSpPr>
        <p:spPr>
          <a:xfrm rot="16200000" flipH="1">
            <a:off x="4465597" y="-69129"/>
            <a:ext cx="1892071" cy="6209176"/>
          </a:xfrm>
          <a:prstGeom prst="bentConnector2">
            <a:avLst/>
          </a:prstGeom>
          <a:ln w="254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コネクタ: カギ線 76">
            <a:extLst>
              <a:ext uri="{FF2B5EF4-FFF2-40B4-BE49-F238E27FC236}">
                <a16:creationId xmlns:a16="http://schemas.microsoft.com/office/drawing/2014/main" id="{45B1E262-ADB5-11A0-3AF7-11F6EF27C983}"/>
              </a:ext>
            </a:extLst>
          </p:cNvPr>
          <p:cNvCxnSpPr>
            <a:cxnSpLocks/>
            <a:stCxn id="45" idx="2"/>
            <a:endCxn id="39" idx="1"/>
          </p:cNvCxnSpPr>
          <p:nvPr/>
        </p:nvCxnSpPr>
        <p:spPr>
          <a:xfrm rot="16200000" flipH="1">
            <a:off x="4267891" y="-52363"/>
            <a:ext cx="2106543" cy="6390115"/>
          </a:xfrm>
          <a:prstGeom prst="bentConnector2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D2520E23-E018-4F26-B4D4-01AF332AABDB}"/>
              </a:ext>
            </a:extLst>
          </p:cNvPr>
          <p:cNvCxnSpPr>
            <a:cxnSpLocks/>
            <a:stCxn id="44" idx="2"/>
            <a:endCxn id="40" idx="1"/>
          </p:cNvCxnSpPr>
          <p:nvPr/>
        </p:nvCxnSpPr>
        <p:spPr>
          <a:xfrm rot="16200000" flipH="1">
            <a:off x="3887848" y="145402"/>
            <a:ext cx="2684351" cy="6572394"/>
          </a:xfrm>
          <a:prstGeom prst="bentConnector2">
            <a:avLst/>
          </a:prstGeom>
          <a:ln w="254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962BC428-BEAC-0355-B4DD-F79FE3438196}"/>
              </a:ext>
            </a:extLst>
          </p:cNvPr>
          <p:cNvCxnSpPr>
            <a:cxnSpLocks/>
            <a:stCxn id="42" idx="2"/>
            <a:endCxn id="41" idx="1"/>
          </p:cNvCxnSpPr>
          <p:nvPr/>
        </p:nvCxnSpPr>
        <p:spPr>
          <a:xfrm rot="16200000" flipH="1">
            <a:off x="3690142" y="162168"/>
            <a:ext cx="2898823" cy="6753333"/>
          </a:xfrm>
          <a:prstGeom prst="bentConnector2">
            <a:avLst/>
          </a:prstGeom>
          <a:ln w="254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38AC2786-F382-8489-42E3-C679109F5493}"/>
              </a:ext>
            </a:extLst>
          </p:cNvPr>
          <p:cNvSpPr txBox="1"/>
          <p:nvPr/>
        </p:nvSpPr>
        <p:spPr>
          <a:xfrm>
            <a:off x="9081312" y="3786505"/>
            <a:ext cx="2546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 err="1"/>
              <a:t>nmac</a:t>
            </a:r>
            <a:r>
              <a:rPr kumimoji="1" lang="en-US" altLang="ja-JP" sz="1200" dirty="0"/>
              <a:t>-ap</a:t>
            </a:r>
            <a:r>
              <a:rPr kumimoji="1" lang="ja-JP" altLang="en-US" sz="1200" dirty="0"/>
              <a:t>（学生用）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1gou-jimu</a:t>
            </a:r>
            <a:r>
              <a:rPr kumimoji="1" lang="ja-JP" altLang="en-US" sz="1200" dirty="0"/>
              <a:t>（職員用）</a:t>
            </a:r>
          </a:p>
        </p:txBody>
      </p: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78287F4D-6058-D671-FF4E-39B802043155}"/>
              </a:ext>
            </a:extLst>
          </p:cNvPr>
          <p:cNvCxnSpPr>
            <a:cxnSpLocks/>
            <a:stCxn id="86" idx="1"/>
          </p:cNvCxnSpPr>
          <p:nvPr/>
        </p:nvCxnSpPr>
        <p:spPr>
          <a:xfrm>
            <a:off x="9081312" y="4109671"/>
            <a:ext cx="2560083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7607080C-9DB2-93CD-D27E-ACE60B373A07}"/>
              </a:ext>
            </a:extLst>
          </p:cNvPr>
          <p:cNvSpPr txBox="1"/>
          <p:nvPr/>
        </p:nvSpPr>
        <p:spPr>
          <a:xfrm>
            <a:off x="4719241" y="5354127"/>
            <a:ext cx="2406576" cy="521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既存 </a:t>
            </a:r>
            <a:r>
              <a:rPr kumimoji="1" lang="en-US" altLang="ja-JP" sz="1200" dirty="0"/>
              <a:t>LAN</a:t>
            </a:r>
            <a:r>
              <a:rPr kumimoji="1" lang="ja-JP" altLang="en-US" sz="1200" dirty="0"/>
              <a:t>ケーブル</a:t>
            </a:r>
            <a:endParaRPr kumimoji="1" lang="en-US" altLang="ja-JP" sz="1200" dirty="0"/>
          </a:p>
          <a:p>
            <a:pPr>
              <a:lnSpc>
                <a:spcPct val="150000"/>
              </a:lnSpc>
            </a:pPr>
            <a:r>
              <a:rPr kumimoji="1" lang="ja-JP" altLang="en-US" sz="1200" dirty="0"/>
              <a:t>新設 </a:t>
            </a:r>
            <a:r>
              <a:rPr kumimoji="1" lang="en-US" altLang="ja-JP" sz="1200" dirty="0"/>
              <a:t>LAN</a:t>
            </a:r>
            <a:r>
              <a:rPr kumimoji="1" lang="ja-JP" altLang="en-US" sz="1200" dirty="0"/>
              <a:t>ケーブル</a:t>
            </a:r>
          </a:p>
        </p:txBody>
      </p: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D29991A3-A145-828E-4225-324DF21FE2F3}"/>
              </a:ext>
            </a:extLst>
          </p:cNvPr>
          <p:cNvCxnSpPr/>
          <p:nvPr/>
        </p:nvCxnSpPr>
        <p:spPr>
          <a:xfrm>
            <a:off x="3671959" y="5486403"/>
            <a:ext cx="959036" cy="0"/>
          </a:xfrm>
          <a:prstGeom prst="line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27BDAB49-8B3A-FE43-117A-67BC23D3567B}"/>
              </a:ext>
            </a:extLst>
          </p:cNvPr>
          <p:cNvCxnSpPr/>
          <p:nvPr/>
        </p:nvCxnSpPr>
        <p:spPr>
          <a:xfrm>
            <a:off x="3671959" y="5722377"/>
            <a:ext cx="95903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8AB817BC-CC24-5181-CF7B-6FB1BFEA6D33}"/>
              </a:ext>
            </a:extLst>
          </p:cNvPr>
          <p:cNvSpPr txBox="1"/>
          <p:nvPr/>
        </p:nvSpPr>
        <p:spPr>
          <a:xfrm>
            <a:off x="9388224" y="1194814"/>
            <a:ext cx="12779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rgbClr val="0000FF"/>
                </a:solidFill>
              </a:rPr>
              <a:t>＊</a:t>
            </a:r>
            <a:r>
              <a:rPr kumimoji="1" lang="en-US" altLang="ja-JP" sz="1050" dirty="0">
                <a:solidFill>
                  <a:srgbClr val="0000FF"/>
                </a:solidFill>
              </a:rPr>
              <a:t>VLAN</a:t>
            </a:r>
            <a:r>
              <a:rPr kumimoji="1" lang="ja-JP" altLang="en-US" sz="1050" dirty="0">
                <a:solidFill>
                  <a:srgbClr val="0000FF"/>
                </a:solidFill>
              </a:rPr>
              <a:t>設定追加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890232F4-978C-1C6F-C145-BE53FA7BA94C}"/>
              </a:ext>
            </a:extLst>
          </p:cNvPr>
          <p:cNvSpPr txBox="1"/>
          <p:nvPr/>
        </p:nvSpPr>
        <p:spPr>
          <a:xfrm>
            <a:off x="3035579" y="1245468"/>
            <a:ext cx="2067364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rgbClr val="0000FF"/>
                </a:solidFill>
              </a:rPr>
              <a:t>＊</a:t>
            </a:r>
            <a:r>
              <a:rPr kumimoji="1" lang="en-US" altLang="ja-JP" sz="1050" dirty="0">
                <a:solidFill>
                  <a:srgbClr val="0000FF"/>
                </a:solidFill>
              </a:rPr>
              <a:t>VLAN</a:t>
            </a:r>
            <a:r>
              <a:rPr kumimoji="1" lang="ja-JP" altLang="en-US" sz="1050" dirty="0">
                <a:solidFill>
                  <a:srgbClr val="0000FF"/>
                </a:solidFill>
              </a:rPr>
              <a:t>設定追加</a:t>
            </a:r>
            <a:endParaRPr kumimoji="1" lang="en-US" altLang="ja-JP" sz="1050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50" dirty="0">
                <a:solidFill>
                  <a:srgbClr val="0000FF"/>
                </a:solidFill>
              </a:rPr>
              <a:t>＊新規 </a:t>
            </a:r>
            <a:r>
              <a:rPr kumimoji="1" lang="en-US" altLang="ja-JP" sz="1050" dirty="0">
                <a:solidFill>
                  <a:srgbClr val="0000FF"/>
                </a:solidFill>
              </a:rPr>
              <a:t>PoE HUB </a:t>
            </a:r>
            <a:r>
              <a:rPr kumimoji="1" lang="ja-JP" altLang="en-US" sz="1050" dirty="0">
                <a:solidFill>
                  <a:srgbClr val="0000FF"/>
                </a:solidFill>
              </a:rPr>
              <a:t>購入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DF03621-73E6-A28C-8F23-0B314EC54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574" y="1569122"/>
            <a:ext cx="628738" cy="695422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4328E1F-8490-6D9F-FF95-D176A92C4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574" y="2289089"/>
            <a:ext cx="628738" cy="69542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705291BB-A62A-9736-5A87-98DD42265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574" y="3033601"/>
            <a:ext cx="628738" cy="695422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41E82A9A-604C-3086-442F-472E7EA73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574" y="3753566"/>
            <a:ext cx="628738" cy="695422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C5679960-5838-D716-0707-F59D5F8C8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574" y="4496757"/>
            <a:ext cx="714475" cy="857370"/>
          </a:xfrm>
          <a:prstGeom prst="rect">
            <a:avLst/>
          </a:prstGeom>
        </p:spPr>
      </p:pic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BD691A2A-F67B-7843-1EB4-497BB5FD7A95}"/>
              </a:ext>
            </a:extLst>
          </p:cNvPr>
          <p:cNvSpPr txBox="1"/>
          <p:nvPr/>
        </p:nvSpPr>
        <p:spPr>
          <a:xfrm rot="16200000">
            <a:off x="756998" y="3130114"/>
            <a:ext cx="15268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rgbClr val="0000FF"/>
                </a:solidFill>
              </a:rPr>
              <a:t>＊フロア間</a:t>
            </a:r>
            <a:endParaRPr kumimoji="1" lang="en-US" altLang="ja-JP" sz="1050" dirty="0">
              <a:solidFill>
                <a:srgbClr val="0000FF"/>
              </a:solidFill>
            </a:endParaRPr>
          </a:p>
          <a:p>
            <a:r>
              <a:rPr kumimoji="1" lang="ja-JP" altLang="en-US" sz="1050" dirty="0">
                <a:solidFill>
                  <a:srgbClr val="0000FF"/>
                </a:solidFill>
              </a:rPr>
              <a:t>　ネットワーク工事</a:t>
            </a:r>
            <a:endParaRPr kumimoji="1" lang="en-US" altLang="ja-JP" sz="1050" dirty="0">
              <a:solidFill>
                <a:srgbClr val="0000FF"/>
              </a:solidFill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F6F0E9A8-91B6-8520-A7EE-453D450AF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828" y="1685794"/>
            <a:ext cx="2229131" cy="554204"/>
          </a:xfrm>
          <a:prstGeom prst="rect">
            <a:avLst/>
          </a:prstGeom>
        </p:spPr>
      </p:pic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EDFCF517-324C-1BAF-7347-DDD9F42A3206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 flipV="1">
            <a:off x="648930" y="1962896"/>
            <a:ext cx="793899" cy="2233070"/>
          </a:xfrm>
          <a:prstGeom prst="bentConnector2">
            <a:avLst/>
          </a:prstGeom>
          <a:ln w="381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33FAC57-5B4D-33CB-0AD6-42DE2694C830}"/>
              </a:ext>
            </a:extLst>
          </p:cNvPr>
          <p:cNvSpPr txBox="1"/>
          <p:nvPr/>
        </p:nvSpPr>
        <p:spPr>
          <a:xfrm>
            <a:off x="384527" y="4282263"/>
            <a:ext cx="584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2F </a:t>
            </a:r>
            <a:r>
              <a:rPr kumimoji="1" lang="ja-JP" altLang="en-US" sz="1200" dirty="0"/>
              <a:t>へ</a:t>
            </a:r>
          </a:p>
        </p:txBody>
      </p:sp>
    </p:spTree>
    <p:extLst>
      <p:ext uri="{BB962C8B-B14F-4D97-AF65-F5344CB8AC3E}">
        <p14:creationId xmlns:p14="http://schemas.microsoft.com/office/powerpoint/2010/main" val="124717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FBE671-CCBE-53BC-6F88-3EFBBFF2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テキスト ボックス 1080">
            <a:extLst>
              <a:ext uri="{FF2B5EF4-FFF2-40B4-BE49-F238E27FC236}">
                <a16:creationId xmlns:a16="http://schemas.microsoft.com/office/drawing/2014/main" id="{280C55CA-BB38-A7B4-6515-72B33978A11E}"/>
              </a:ext>
            </a:extLst>
          </p:cNvPr>
          <p:cNvSpPr txBox="1"/>
          <p:nvPr/>
        </p:nvSpPr>
        <p:spPr>
          <a:xfrm>
            <a:off x="4671338" y="3118258"/>
            <a:ext cx="2546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 err="1"/>
              <a:t>nmac</a:t>
            </a:r>
            <a:r>
              <a:rPr kumimoji="1" lang="en-US" altLang="ja-JP" sz="1200" dirty="0"/>
              <a:t>-ap</a:t>
            </a:r>
            <a:r>
              <a:rPr kumimoji="1" lang="ja-JP" altLang="en-US" sz="1200" dirty="0"/>
              <a:t>（学生用）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1gou-jimu</a:t>
            </a:r>
            <a:r>
              <a:rPr kumimoji="1" lang="ja-JP" altLang="en-US" sz="1200" dirty="0"/>
              <a:t>（職員用）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1C69D91-70F3-E54A-F059-7839136EC5C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321802" y="253517"/>
            <a:ext cx="11532799" cy="504428"/>
          </a:xfrm>
        </p:spPr>
        <p:txBody>
          <a:bodyPr/>
          <a:lstStyle/>
          <a:p>
            <a:r>
              <a:rPr lang="ja-JP" altLang="en-US" dirty="0"/>
              <a:t>ご提案 学生用 ／ 職員用ネットワーク分離（仮想</a:t>
            </a:r>
            <a:r>
              <a:rPr lang="en-US" altLang="ja-JP" dirty="0"/>
              <a:t>LAN</a:t>
            </a:r>
            <a:r>
              <a:rPr lang="ja-JP" altLang="en-US" dirty="0"/>
              <a:t>）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C6313A41-3E09-E2E8-6A05-2CFC97A16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185" y="1559286"/>
            <a:ext cx="628738" cy="695422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FCDEF56-A7F5-3E13-E1DF-5848059D3CE7}"/>
              </a:ext>
            </a:extLst>
          </p:cNvPr>
          <p:cNvSpPr txBox="1"/>
          <p:nvPr/>
        </p:nvSpPr>
        <p:spPr>
          <a:xfrm>
            <a:off x="6524923" y="1583831"/>
            <a:ext cx="2546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 err="1"/>
              <a:t>nmac</a:t>
            </a:r>
            <a:r>
              <a:rPr kumimoji="1" lang="en-US" altLang="ja-JP" sz="1200" dirty="0"/>
              <a:t>-ap</a:t>
            </a:r>
            <a:r>
              <a:rPr kumimoji="1" lang="ja-JP" altLang="en-US" sz="1200" dirty="0"/>
              <a:t>（学生用）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SSID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1gou-jimu</a:t>
            </a:r>
            <a:r>
              <a:rPr kumimoji="1" lang="ja-JP" altLang="en-US" sz="1200" dirty="0"/>
              <a:t>（職員用）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8B69B81-5E1C-C317-609B-DE2CBC791534}"/>
              </a:ext>
            </a:extLst>
          </p:cNvPr>
          <p:cNvCxnSpPr>
            <a:cxnSpLocks/>
          </p:cNvCxnSpPr>
          <p:nvPr/>
        </p:nvCxnSpPr>
        <p:spPr>
          <a:xfrm>
            <a:off x="4748452" y="3441149"/>
            <a:ext cx="2066249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C16B188-A712-EFF8-B805-123A8D52C361}"/>
              </a:ext>
            </a:extLst>
          </p:cNvPr>
          <p:cNvSpPr txBox="1"/>
          <p:nvPr/>
        </p:nvSpPr>
        <p:spPr>
          <a:xfrm>
            <a:off x="5680452" y="1148412"/>
            <a:ext cx="1287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無線</a:t>
            </a:r>
            <a:r>
              <a:rPr kumimoji="1" lang="en-US" altLang="ja-JP" sz="1200" dirty="0"/>
              <a:t>LAN AP</a:t>
            </a:r>
          </a:p>
          <a:p>
            <a:r>
              <a:rPr kumimoji="1" lang="en-US" altLang="ja-JP" sz="1200" dirty="0"/>
              <a:t>WAB-M1775-PS</a:t>
            </a:r>
            <a:endParaRPr kumimoji="1" lang="ja-JP" altLang="en-US" sz="1200" dirty="0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8B981EB2-2E7A-ADA0-B1B6-7004D08ADE29}"/>
              </a:ext>
            </a:extLst>
          </p:cNvPr>
          <p:cNvCxnSpPr>
            <a:cxnSpLocks/>
            <a:stCxn id="28" idx="3"/>
            <a:endCxn id="19" idx="1"/>
          </p:cNvCxnSpPr>
          <p:nvPr/>
        </p:nvCxnSpPr>
        <p:spPr>
          <a:xfrm>
            <a:off x="2316592" y="1906997"/>
            <a:ext cx="3579593" cy="0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E580D66-0B5E-0422-9D28-FA95161FF2AB}"/>
              </a:ext>
            </a:extLst>
          </p:cNvPr>
          <p:cNvCxnSpPr>
            <a:cxnSpLocks/>
            <a:stCxn id="28" idx="2"/>
            <a:endCxn id="33" idx="0"/>
          </p:cNvCxnSpPr>
          <p:nvPr/>
        </p:nvCxnSpPr>
        <p:spPr>
          <a:xfrm>
            <a:off x="1724336" y="2071825"/>
            <a:ext cx="9832" cy="1324968"/>
          </a:xfrm>
          <a:prstGeom prst="line">
            <a:avLst/>
          </a:prstGeom>
          <a:ln w="762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>
            <a:extLst>
              <a:ext uri="{FF2B5EF4-FFF2-40B4-BE49-F238E27FC236}">
                <a16:creationId xmlns:a16="http://schemas.microsoft.com/office/drawing/2014/main" id="{37FAE93C-5F09-F3C1-269C-84EE8ECEB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9509" y="4577323"/>
            <a:ext cx="724001" cy="647790"/>
          </a:xfrm>
          <a:prstGeom prst="rect">
            <a:avLst/>
          </a:prstGeom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92A83D3-6498-0C9E-048F-A87193406213}"/>
              </a:ext>
            </a:extLst>
          </p:cNvPr>
          <p:cNvSpPr txBox="1"/>
          <p:nvPr/>
        </p:nvSpPr>
        <p:spPr>
          <a:xfrm>
            <a:off x="9439188" y="5192507"/>
            <a:ext cx="1912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共有フォルダ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3270593-D12F-E694-D7A7-E60A20BF8801}"/>
              </a:ext>
            </a:extLst>
          </p:cNvPr>
          <p:cNvSpPr/>
          <p:nvPr/>
        </p:nvSpPr>
        <p:spPr>
          <a:xfrm>
            <a:off x="2558356" y="5602176"/>
            <a:ext cx="2599882" cy="319931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r>
              <a:rPr kumimoji="1" lang="en-US" altLang="ja-JP" sz="1200" dirty="0">
                <a:solidFill>
                  <a:schemeClr val="tx1"/>
                </a:solidFill>
              </a:rPr>
              <a:t>192.168.0.0 </a:t>
            </a:r>
            <a:r>
              <a:rPr kumimoji="1" lang="ja-JP" altLang="en-US" sz="1200" dirty="0">
                <a:solidFill>
                  <a:schemeClr val="tx1"/>
                </a:solidFill>
              </a:rPr>
              <a:t>職員用ネットワーク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5347E506-EC6C-F134-E5F1-7712582A3B91}"/>
              </a:ext>
            </a:extLst>
          </p:cNvPr>
          <p:cNvSpPr/>
          <p:nvPr/>
        </p:nvSpPr>
        <p:spPr>
          <a:xfrm>
            <a:off x="7611077" y="5322911"/>
            <a:ext cx="279946" cy="241275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1824373B-A1A4-E5E6-0160-09803AA5E8D0}"/>
              </a:ext>
            </a:extLst>
          </p:cNvPr>
          <p:cNvSpPr/>
          <p:nvPr/>
        </p:nvSpPr>
        <p:spPr>
          <a:xfrm>
            <a:off x="2558356" y="4434784"/>
            <a:ext cx="2599882" cy="319931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r>
              <a:rPr kumimoji="1" lang="en-US" altLang="ja-JP" sz="1200" dirty="0">
                <a:solidFill>
                  <a:schemeClr val="tx1"/>
                </a:solidFill>
              </a:rPr>
              <a:t>192.168.169.0 </a:t>
            </a:r>
            <a:r>
              <a:rPr kumimoji="1" lang="ja-JP" altLang="en-US" sz="1200" dirty="0">
                <a:solidFill>
                  <a:schemeClr val="tx1"/>
                </a:solidFill>
              </a:rPr>
              <a:t>学生用ネットワーク</a:t>
            </a:r>
          </a:p>
        </p:txBody>
      </p:sp>
      <p:sp>
        <p:nvSpPr>
          <p:cNvPr id="53" name="矢印: 上下 52">
            <a:extLst>
              <a:ext uri="{FF2B5EF4-FFF2-40B4-BE49-F238E27FC236}">
                <a16:creationId xmlns:a16="http://schemas.microsoft.com/office/drawing/2014/main" id="{64876246-D44E-FC59-AC44-93038227750F}"/>
              </a:ext>
            </a:extLst>
          </p:cNvPr>
          <p:cNvSpPr/>
          <p:nvPr/>
        </p:nvSpPr>
        <p:spPr>
          <a:xfrm>
            <a:off x="3774723" y="4754716"/>
            <a:ext cx="214464" cy="809470"/>
          </a:xfrm>
          <a:prstGeom prst="upDownArrow">
            <a:avLst/>
          </a:prstGeom>
          <a:solidFill>
            <a:srgbClr val="FF0000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314DAF84-A254-9B2F-6C17-C7BCDDDA3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743" y="4951251"/>
            <a:ext cx="350220" cy="319931"/>
          </a:xfrm>
          <a:prstGeom prst="rect">
            <a:avLst/>
          </a:prstGeom>
        </p:spPr>
      </p:pic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63C36695-3DB8-9ABE-4F06-E6817BA0EF57}"/>
              </a:ext>
            </a:extLst>
          </p:cNvPr>
          <p:cNvSpPr/>
          <p:nvPr/>
        </p:nvSpPr>
        <p:spPr>
          <a:xfrm>
            <a:off x="7611077" y="4830613"/>
            <a:ext cx="279946" cy="241275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5F1D8153-21C6-A43F-C7F5-32691D6BB870}"/>
              </a:ext>
            </a:extLst>
          </p:cNvPr>
          <p:cNvCxnSpPr>
            <a:cxnSpLocks/>
            <a:stCxn id="59" idx="2"/>
            <a:endCxn id="50" idx="1"/>
          </p:cNvCxnSpPr>
          <p:nvPr/>
        </p:nvCxnSpPr>
        <p:spPr>
          <a:xfrm rot="16200000" flipH="1">
            <a:off x="1639497" y="3675890"/>
            <a:ext cx="873557" cy="964162"/>
          </a:xfrm>
          <a:prstGeom prst="bentConnector2">
            <a:avLst/>
          </a:prstGeom>
          <a:ln w="762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A818106F-F83A-7BDC-EBE4-D9FE48B5F82D}"/>
              </a:ext>
            </a:extLst>
          </p:cNvPr>
          <p:cNvSpPr/>
          <p:nvPr/>
        </p:nvSpPr>
        <p:spPr>
          <a:xfrm>
            <a:off x="1454221" y="3479918"/>
            <a:ext cx="279946" cy="241275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2EC08E74-4190-8559-59DD-7F4A004FA46F}"/>
              </a:ext>
            </a:extLst>
          </p:cNvPr>
          <p:cNvSpPr/>
          <p:nvPr/>
        </p:nvSpPr>
        <p:spPr>
          <a:xfrm>
            <a:off x="1040279" y="3479918"/>
            <a:ext cx="279946" cy="241275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cxnSp>
        <p:nvCxnSpPr>
          <p:cNvPr id="63" name="コネクタ: カギ線 62">
            <a:extLst>
              <a:ext uri="{FF2B5EF4-FFF2-40B4-BE49-F238E27FC236}">
                <a16:creationId xmlns:a16="http://schemas.microsoft.com/office/drawing/2014/main" id="{6493740B-923F-1709-403A-1CF5490F28C2}"/>
              </a:ext>
            </a:extLst>
          </p:cNvPr>
          <p:cNvCxnSpPr>
            <a:cxnSpLocks/>
            <a:stCxn id="60" idx="2"/>
            <a:endCxn id="47" idx="1"/>
          </p:cNvCxnSpPr>
          <p:nvPr/>
        </p:nvCxnSpPr>
        <p:spPr>
          <a:xfrm rot="16200000" flipH="1">
            <a:off x="848830" y="4052615"/>
            <a:ext cx="2040949" cy="1378104"/>
          </a:xfrm>
          <a:prstGeom prst="bentConnector2">
            <a:avLst/>
          </a:prstGeom>
          <a:ln w="762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コネクタ: カギ線 1026">
            <a:extLst>
              <a:ext uri="{FF2B5EF4-FFF2-40B4-BE49-F238E27FC236}">
                <a16:creationId xmlns:a16="http://schemas.microsoft.com/office/drawing/2014/main" id="{24CD3D06-FACF-006B-9E67-42BB6D61054A}"/>
              </a:ext>
            </a:extLst>
          </p:cNvPr>
          <p:cNvCxnSpPr>
            <a:cxnSpLocks/>
            <a:stCxn id="50" idx="3"/>
            <a:endCxn id="56" idx="1"/>
          </p:cNvCxnSpPr>
          <p:nvPr/>
        </p:nvCxnSpPr>
        <p:spPr>
          <a:xfrm>
            <a:off x="5158238" y="4594750"/>
            <a:ext cx="2452839" cy="356501"/>
          </a:xfrm>
          <a:prstGeom prst="bentConnector3">
            <a:avLst>
              <a:gd name="adj1" fmla="val 50000"/>
            </a:avLst>
          </a:prstGeom>
          <a:ln w="762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コネクタ: カギ線 1029">
            <a:extLst>
              <a:ext uri="{FF2B5EF4-FFF2-40B4-BE49-F238E27FC236}">
                <a16:creationId xmlns:a16="http://schemas.microsoft.com/office/drawing/2014/main" id="{C565881D-D084-D28D-D5F0-8063CCCCEB37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 flipV="1">
            <a:off x="5158238" y="5443549"/>
            <a:ext cx="2452839" cy="318593"/>
          </a:xfrm>
          <a:prstGeom prst="bentConnector3">
            <a:avLst>
              <a:gd name="adj1" fmla="val 50000"/>
            </a:avLst>
          </a:prstGeom>
          <a:ln w="76200">
            <a:solidFill>
              <a:srgbClr val="7030A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図 36">
            <a:extLst>
              <a:ext uri="{FF2B5EF4-FFF2-40B4-BE49-F238E27FC236}">
                <a16:creationId xmlns:a16="http://schemas.microsoft.com/office/drawing/2014/main" id="{741774D2-B955-BCE1-C7FF-E7505BA6D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8993" y="4525950"/>
            <a:ext cx="1409897" cy="1267002"/>
          </a:xfrm>
          <a:prstGeom prst="rect">
            <a:avLst/>
          </a:prstGeom>
        </p:spPr>
      </p:pic>
      <p:pic>
        <p:nvPicPr>
          <p:cNvPr id="1038" name="図 1037">
            <a:extLst>
              <a:ext uri="{FF2B5EF4-FFF2-40B4-BE49-F238E27FC236}">
                <a16:creationId xmlns:a16="http://schemas.microsoft.com/office/drawing/2014/main" id="{57466346-E2BE-1A9F-69C2-E9C748A42F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212872">
            <a:off x="8404544" y="1443066"/>
            <a:ext cx="447737" cy="371527"/>
          </a:xfrm>
          <a:prstGeom prst="rect">
            <a:avLst/>
          </a:prstGeom>
        </p:spPr>
      </p:pic>
      <p:pic>
        <p:nvPicPr>
          <p:cNvPr id="1039" name="図 1038">
            <a:extLst>
              <a:ext uri="{FF2B5EF4-FFF2-40B4-BE49-F238E27FC236}">
                <a16:creationId xmlns:a16="http://schemas.microsoft.com/office/drawing/2014/main" id="{5FF879A7-B56E-894B-2A70-F035D058B4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7836137">
            <a:off x="8440448" y="1986639"/>
            <a:ext cx="447737" cy="371527"/>
          </a:xfrm>
          <a:prstGeom prst="rect">
            <a:avLst/>
          </a:prstGeom>
        </p:spPr>
      </p:pic>
      <p:cxnSp>
        <p:nvCxnSpPr>
          <p:cNvPr id="1042" name="直線コネクタ 1041">
            <a:extLst>
              <a:ext uri="{FF2B5EF4-FFF2-40B4-BE49-F238E27FC236}">
                <a16:creationId xmlns:a16="http://schemas.microsoft.com/office/drawing/2014/main" id="{46763E2A-D82A-3AEA-FCF2-F4B5802F2C21}"/>
              </a:ext>
            </a:extLst>
          </p:cNvPr>
          <p:cNvCxnSpPr/>
          <p:nvPr/>
        </p:nvCxnSpPr>
        <p:spPr>
          <a:xfrm>
            <a:off x="639097" y="2861187"/>
            <a:ext cx="11071122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図 1043">
            <a:extLst>
              <a:ext uri="{FF2B5EF4-FFF2-40B4-BE49-F238E27FC236}">
                <a16:creationId xmlns:a16="http://schemas.microsoft.com/office/drawing/2014/main" id="{E4FB5FBE-DEA8-03B5-6634-0C6177FC69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0938" y="1074520"/>
            <a:ext cx="407129" cy="580882"/>
          </a:xfrm>
          <a:prstGeom prst="rect">
            <a:avLst/>
          </a:prstGeom>
        </p:spPr>
      </p:pic>
      <p:pic>
        <p:nvPicPr>
          <p:cNvPr id="1047" name="図 1046">
            <a:extLst>
              <a:ext uri="{FF2B5EF4-FFF2-40B4-BE49-F238E27FC236}">
                <a16:creationId xmlns:a16="http://schemas.microsoft.com/office/drawing/2014/main" id="{93AC9901-C25E-3646-55E1-6697909B89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4359376">
            <a:off x="9118805" y="1098480"/>
            <a:ext cx="447737" cy="371527"/>
          </a:xfrm>
          <a:prstGeom prst="rect">
            <a:avLst/>
          </a:prstGeom>
        </p:spPr>
      </p:pic>
      <p:cxnSp>
        <p:nvCxnSpPr>
          <p:cNvPr id="1049" name="直線矢印コネクタ 1048">
            <a:extLst>
              <a:ext uri="{FF2B5EF4-FFF2-40B4-BE49-F238E27FC236}">
                <a16:creationId xmlns:a16="http://schemas.microsoft.com/office/drawing/2014/main" id="{790EA101-E6A1-F338-9BCB-8C2561188EE3}"/>
              </a:ext>
            </a:extLst>
          </p:cNvPr>
          <p:cNvCxnSpPr>
            <a:stCxn id="1038" idx="0"/>
            <a:endCxn id="1047" idx="0"/>
          </p:cNvCxnSpPr>
          <p:nvPr/>
        </p:nvCxnSpPr>
        <p:spPr>
          <a:xfrm flipV="1">
            <a:off x="8777832" y="1379019"/>
            <a:ext cx="405074" cy="139439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0" name="図 1049">
            <a:extLst>
              <a:ext uri="{FF2B5EF4-FFF2-40B4-BE49-F238E27FC236}">
                <a16:creationId xmlns:a16="http://schemas.microsoft.com/office/drawing/2014/main" id="{47BA9786-8145-4FD2-4FE2-ED5535CF49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9252" y="2212543"/>
            <a:ext cx="407129" cy="580882"/>
          </a:xfrm>
          <a:prstGeom prst="rect">
            <a:avLst/>
          </a:prstGeom>
        </p:spPr>
      </p:pic>
      <p:pic>
        <p:nvPicPr>
          <p:cNvPr id="1052" name="図 1051">
            <a:extLst>
              <a:ext uri="{FF2B5EF4-FFF2-40B4-BE49-F238E27FC236}">
                <a16:creationId xmlns:a16="http://schemas.microsoft.com/office/drawing/2014/main" id="{94AB475D-64BF-4183-8F7B-1C1A3AE424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595089">
            <a:off x="9046182" y="2283365"/>
            <a:ext cx="447737" cy="371527"/>
          </a:xfrm>
          <a:prstGeom prst="rect">
            <a:avLst/>
          </a:prstGeom>
        </p:spPr>
      </p:pic>
      <p:cxnSp>
        <p:nvCxnSpPr>
          <p:cNvPr id="1053" name="直線矢印コネクタ 1052">
            <a:extLst>
              <a:ext uri="{FF2B5EF4-FFF2-40B4-BE49-F238E27FC236}">
                <a16:creationId xmlns:a16="http://schemas.microsoft.com/office/drawing/2014/main" id="{9BA41EB1-3136-BF98-AC86-071FB6AD7FF1}"/>
              </a:ext>
            </a:extLst>
          </p:cNvPr>
          <p:cNvCxnSpPr>
            <a:cxnSpLocks/>
            <a:stCxn id="1039" idx="0"/>
            <a:endCxn id="1052" idx="0"/>
          </p:cNvCxnSpPr>
          <p:nvPr/>
        </p:nvCxnSpPr>
        <p:spPr>
          <a:xfrm>
            <a:off x="8805356" y="2293299"/>
            <a:ext cx="294019" cy="102496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テキスト ボックス 1056">
            <a:extLst>
              <a:ext uri="{FF2B5EF4-FFF2-40B4-BE49-F238E27FC236}">
                <a16:creationId xmlns:a16="http://schemas.microsoft.com/office/drawing/2014/main" id="{DFF1DFFE-FA11-34CC-3422-A2CB83C40B1C}"/>
              </a:ext>
            </a:extLst>
          </p:cNvPr>
          <p:cNvSpPr txBox="1"/>
          <p:nvPr/>
        </p:nvSpPr>
        <p:spPr>
          <a:xfrm>
            <a:off x="10052889" y="1109986"/>
            <a:ext cx="1287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学生 端末</a:t>
            </a:r>
          </a:p>
        </p:txBody>
      </p:sp>
      <p:sp>
        <p:nvSpPr>
          <p:cNvPr id="1058" name="テキスト ボックス 1057">
            <a:extLst>
              <a:ext uri="{FF2B5EF4-FFF2-40B4-BE49-F238E27FC236}">
                <a16:creationId xmlns:a16="http://schemas.microsoft.com/office/drawing/2014/main" id="{CD6A5FAD-7A1C-5C2E-183D-9B4F6E3B407F}"/>
              </a:ext>
            </a:extLst>
          </p:cNvPr>
          <p:cNvSpPr txBox="1"/>
          <p:nvPr/>
        </p:nvSpPr>
        <p:spPr>
          <a:xfrm>
            <a:off x="10052889" y="2242435"/>
            <a:ext cx="1287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職員 端末</a:t>
            </a:r>
          </a:p>
        </p:txBody>
      </p:sp>
      <p:sp>
        <p:nvSpPr>
          <p:cNvPr id="1061" name="テキスト ボックス 1060">
            <a:extLst>
              <a:ext uri="{FF2B5EF4-FFF2-40B4-BE49-F238E27FC236}">
                <a16:creationId xmlns:a16="http://schemas.microsoft.com/office/drawing/2014/main" id="{65704173-D112-713E-CF3F-A5D86A439B22}"/>
              </a:ext>
            </a:extLst>
          </p:cNvPr>
          <p:cNvSpPr txBox="1"/>
          <p:nvPr/>
        </p:nvSpPr>
        <p:spPr>
          <a:xfrm>
            <a:off x="3121009" y="1571961"/>
            <a:ext cx="17852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既存 </a:t>
            </a:r>
            <a:r>
              <a:rPr kumimoji="1" lang="en-US" altLang="ja-JP" sz="1200" dirty="0"/>
              <a:t>LAN</a:t>
            </a:r>
            <a:r>
              <a:rPr kumimoji="1" lang="ja-JP" altLang="en-US" sz="1200" dirty="0"/>
              <a:t>ケーブル</a:t>
            </a:r>
          </a:p>
        </p:txBody>
      </p:sp>
      <p:sp>
        <p:nvSpPr>
          <p:cNvPr id="1062" name="テキスト ボックス 1061">
            <a:extLst>
              <a:ext uri="{FF2B5EF4-FFF2-40B4-BE49-F238E27FC236}">
                <a16:creationId xmlns:a16="http://schemas.microsoft.com/office/drawing/2014/main" id="{EDE18B9A-CE1A-E85B-BDA1-2CE9224B9C8C}"/>
              </a:ext>
            </a:extLst>
          </p:cNvPr>
          <p:cNvSpPr txBox="1"/>
          <p:nvPr/>
        </p:nvSpPr>
        <p:spPr>
          <a:xfrm>
            <a:off x="2532325" y="1942798"/>
            <a:ext cx="2986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仮想的（</a:t>
            </a:r>
            <a:r>
              <a:rPr kumimoji="1" lang="en-US" altLang="ja-JP" sz="1200" dirty="0"/>
              <a:t>VLAN</a:t>
            </a:r>
            <a:r>
              <a:rPr kumimoji="1" lang="ja-JP" altLang="en-US" sz="1200" dirty="0"/>
              <a:t>）に </a:t>
            </a:r>
            <a:r>
              <a:rPr kumimoji="1" lang="en-US" altLang="ja-JP" sz="1200" dirty="0"/>
              <a:t>2</a:t>
            </a:r>
            <a:r>
              <a:rPr kumimoji="1" lang="ja-JP" altLang="en-US" sz="1200" dirty="0"/>
              <a:t>つのネットワーク</a:t>
            </a:r>
          </a:p>
        </p:txBody>
      </p:sp>
      <p:sp>
        <p:nvSpPr>
          <p:cNvPr id="1063" name="テキスト ボックス 1062">
            <a:extLst>
              <a:ext uri="{FF2B5EF4-FFF2-40B4-BE49-F238E27FC236}">
                <a16:creationId xmlns:a16="http://schemas.microsoft.com/office/drawing/2014/main" id="{382ADABE-E8ED-2298-4EBD-14B8D6E26797}"/>
              </a:ext>
            </a:extLst>
          </p:cNvPr>
          <p:cNvSpPr txBox="1"/>
          <p:nvPr/>
        </p:nvSpPr>
        <p:spPr>
          <a:xfrm>
            <a:off x="4056167" y="5002185"/>
            <a:ext cx="1320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solidFill>
                  <a:srgbClr val="FF0000"/>
                </a:solidFill>
              </a:rPr>
              <a:t>相互通信を拒否</a:t>
            </a:r>
          </a:p>
        </p:txBody>
      </p:sp>
      <p:sp>
        <p:nvSpPr>
          <p:cNvPr id="1064" name="正方形/長方形 1063">
            <a:extLst>
              <a:ext uri="{FF2B5EF4-FFF2-40B4-BE49-F238E27FC236}">
                <a16:creationId xmlns:a16="http://schemas.microsoft.com/office/drawing/2014/main" id="{78C0CC9D-55FD-1F81-31D3-D76C4385278F}"/>
              </a:ext>
            </a:extLst>
          </p:cNvPr>
          <p:cNvSpPr/>
          <p:nvPr/>
        </p:nvSpPr>
        <p:spPr>
          <a:xfrm>
            <a:off x="7368967" y="3996814"/>
            <a:ext cx="3623568" cy="220488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>
              <a:solidFill>
                <a:schemeClr val="tx1"/>
              </a:solidFill>
            </a:endParaRPr>
          </a:p>
        </p:txBody>
      </p:sp>
      <p:sp>
        <p:nvSpPr>
          <p:cNvPr id="1065" name="テキスト ボックス 1064">
            <a:extLst>
              <a:ext uri="{FF2B5EF4-FFF2-40B4-BE49-F238E27FC236}">
                <a16:creationId xmlns:a16="http://schemas.microsoft.com/office/drawing/2014/main" id="{6E2A6339-3753-C9B3-2384-90053FC5E69D}"/>
              </a:ext>
            </a:extLst>
          </p:cNvPr>
          <p:cNvSpPr txBox="1"/>
          <p:nvPr/>
        </p:nvSpPr>
        <p:spPr>
          <a:xfrm>
            <a:off x="3881955" y="3883425"/>
            <a:ext cx="136746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rgbClr val="0000FF"/>
                </a:solidFill>
              </a:rPr>
              <a:t>＊</a:t>
            </a:r>
            <a:r>
              <a:rPr kumimoji="1" lang="en-US" altLang="ja-JP" sz="1050" dirty="0">
                <a:solidFill>
                  <a:srgbClr val="0000FF"/>
                </a:solidFill>
              </a:rPr>
              <a:t>VLAN</a:t>
            </a:r>
            <a:r>
              <a:rPr kumimoji="1" lang="ja-JP" altLang="en-US" sz="1050" dirty="0">
                <a:solidFill>
                  <a:srgbClr val="0000FF"/>
                </a:solidFill>
              </a:rPr>
              <a:t>設定追加</a:t>
            </a:r>
          </a:p>
        </p:txBody>
      </p:sp>
      <p:sp>
        <p:nvSpPr>
          <p:cNvPr id="1066" name="テキスト ボックス 1065">
            <a:extLst>
              <a:ext uri="{FF2B5EF4-FFF2-40B4-BE49-F238E27FC236}">
                <a16:creationId xmlns:a16="http://schemas.microsoft.com/office/drawing/2014/main" id="{8DCD5EBB-5FF8-8519-6A8F-641C0BC55C71}"/>
              </a:ext>
            </a:extLst>
          </p:cNvPr>
          <p:cNvSpPr txBox="1"/>
          <p:nvPr/>
        </p:nvSpPr>
        <p:spPr>
          <a:xfrm>
            <a:off x="452981" y="2054700"/>
            <a:ext cx="12604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rgbClr val="0000FF"/>
                </a:solidFill>
              </a:rPr>
              <a:t>＊</a:t>
            </a:r>
            <a:r>
              <a:rPr kumimoji="1" lang="en-US" altLang="ja-JP" sz="1050" dirty="0">
                <a:solidFill>
                  <a:srgbClr val="0000FF"/>
                </a:solidFill>
              </a:rPr>
              <a:t>VLAN</a:t>
            </a:r>
            <a:r>
              <a:rPr kumimoji="1" lang="ja-JP" altLang="en-US" sz="1050" dirty="0">
                <a:solidFill>
                  <a:srgbClr val="0000FF"/>
                </a:solidFill>
              </a:rPr>
              <a:t>設定追加</a:t>
            </a:r>
          </a:p>
        </p:txBody>
      </p:sp>
      <p:sp>
        <p:nvSpPr>
          <p:cNvPr id="1067" name="テキスト ボックス 1066">
            <a:extLst>
              <a:ext uri="{FF2B5EF4-FFF2-40B4-BE49-F238E27FC236}">
                <a16:creationId xmlns:a16="http://schemas.microsoft.com/office/drawing/2014/main" id="{5C699619-576A-2435-B0C4-178CC531C31C}"/>
              </a:ext>
            </a:extLst>
          </p:cNvPr>
          <p:cNvSpPr txBox="1"/>
          <p:nvPr/>
        </p:nvSpPr>
        <p:spPr>
          <a:xfrm>
            <a:off x="1797719" y="3170504"/>
            <a:ext cx="12779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rgbClr val="0000FF"/>
                </a:solidFill>
              </a:rPr>
              <a:t>＊</a:t>
            </a:r>
            <a:r>
              <a:rPr kumimoji="1" lang="en-US" altLang="ja-JP" sz="1050" dirty="0">
                <a:solidFill>
                  <a:srgbClr val="0000FF"/>
                </a:solidFill>
              </a:rPr>
              <a:t>VLAN</a:t>
            </a:r>
            <a:r>
              <a:rPr kumimoji="1" lang="ja-JP" altLang="en-US" sz="1050" dirty="0">
                <a:solidFill>
                  <a:srgbClr val="0000FF"/>
                </a:solidFill>
              </a:rPr>
              <a:t>設定追加</a:t>
            </a:r>
          </a:p>
        </p:txBody>
      </p:sp>
      <p:sp>
        <p:nvSpPr>
          <p:cNvPr id="1068" name="テキスト ボックス 1067">
            <a:extLst>
              <a:ext uri="{FF2B5EF4-FFF2-40B4-BE49-F238E27FC236}">
                <a16:creationId xmlns:a16="http://schemas.microsoft.com/office/drawing/2014/main" id="{72EBB479-4C27-DF7B-2E90-5674FCFDFDBC}"/>
              </a:ext>
            </a:extLst>
          </p:cNvPr>
          <p:cNvSpPr txBox="1"/>
          <p:nvPr/>
        </p:nvSpPr>
        <p:spPr>
          <a:xfrm>
            <a:off x="1132079" y="1325312"/>
            <a:ext cx="1287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PoE SW HUB</a:t>
            </a:r>
          </a:p>
          <a:p>
            <a:r>
              <a:rPr kumimoji="1" lang="en-US" altLang="ja-JP" sz="1200" dirty="0"/>
              <a:t>BS-GS2008P </a:t>
            </a:r>
            <a:endParaRPr kumimoji="1" lang="ja-JP" altLang="en-US" sz="1200" dirty="0"/>
          </a:p>
        </p:txBody>
      </p:sp>
      <p:sp>
        <p:nvSpPr>
          <p:cNvPr id="1069" name="テキスト ボックス 1068">
            <a:extLst>
              <a:ext uri="{FF2B5EF4-FFF2-40B4-BE49-F238E27FC236}">
                <a16:creationId xmlns:a16="http://schemas.microsoft.com/office/drawing/2014/main" id="{365252FF-9F65-1DEF-F05D-ADE2F0379942}"/>
              </a:ext>
            </a:extLst>
          </p:cNvPr>
          <p:cNvSpPr txBox="1"/>
          <p:nvPr/>
        </p:nvSpPr>
        <p:spPr>
          <a:xfrm>
            <a:off x="488197" y="3107787"/>
            <a:ext cx="12877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ルータ </a:t>
            </a:r>
            <a:r>
              <a:rPr kumimoji="1" lang="en-US" altLang="ja-JP" sz="1200" dirty="0"/>
              <a:t>RTX830</a:t>
            </a:r>
          </a:p>
        </p:txBody>
      </p:sp>
      <p:sp>
        <p:nvSpPr>
          <p:cNvPr id="1070" name="テキスト ボックス 1069">
            <a:extLst>
              <a:ext uri="{FF2B5EF4-FFF2-40B4-BE49-F238E27FC236}">
                <a16:creationId xmlns:a16="http://schemas.microsoft.com/office/drawing/2014/main" id="{11D59CDA-23E0-6E7E-42A0-9426D54B58F8}"/>
              </a:ext>
            </a:extLst>
          </p:cNvPr>
          <p:cNvSpPr txBox="1"/>
          <p:nvPr/>
        </p:nvSpPr>
        <p:spPr>
          <a:xfrm>
            <a:off x="7528993" y="4092360"/>
            <a:ext cx="1520117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dirty="0">
                <a:solidFill>
                  <a:srgbClr val="0000FF"/>
                </a:solidFill>
              </a:rPr>
              <a:t>＊ネットワーク設定</a:t>
            </a:r>
            <a:endParaRPr kumimoji="1" lang="en-US" altLang="ja-JP" sz="1050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050" dirty="0">
                <a:solidFill>
                  <a:srgbClr val="0000FF"/>
                </a:solidFill>
              </a:rPr>
              <a:t>＊共有フォルダ設定</a:t>
            </a:r>
          </a:p>
        </p:txBody>
      </p:sp>
      <p:pic>
        <p:nvPicPr>
          <p:cNvPr id="1074" name="図 1073">
            <a:extLst>
              <a:ext uri="{FF2B5EF4-FFF2-40B4-BE49-F238E27FC236}">
                <a16:creationId xmlns:a16="http://schemas.microsoft.com/office/drawing/2014/main" id="{E1C89377-0AA5-E3AF-5E60-94A3C61996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3977" y="3054745"/>
            <a:ext cx="714475" cy="857370"/>
          </a:xfrm>
          <a:prstGeom prst="rect">
            <a:avLst/>
          </a:prstGeom>
        </p:spPr>
      </p:pic>
      <p:cxnSp>
        <p:nvCxnSpPr>
          <p:cNvPr id="1075" name="コネクタ: カギ線 1074">
            <a:extLst>
              <a:ext uri="{FF2B5EF4-FFF2-40B4-BE49-F238E27FC236}">
                <a16:creationId xmlns:a16="http://schemas.microsoft.com/office/drawing/2014/main" id="{D8D18BF5-2F0F-88C9-A6E6-3A2F1340E600}"/>
              </a:ext>
            </a:extLst>
          </p:cNvPr>
          <p:cNvCxnSpPr>
            <a:cxnSpLocks/>
            <a:stCxn id="1078" idx="2"/>
            <a:endCxn id="1074" idx="0"/>
          </p:cNvCxnSpPr>
          <p:nvPr/>
        </p:nvCxnSpPr>
        <p:spPr>
          <a:xfrm rot="16200000" flipH="1">
            <a:off x="2702622" y="1366151"/>
            <a:ext cx="1004707" cy="2372479"/>
          </a:xfrm>
          <a:prstGeom prst="bentConnector3">
            <a:avLst>
              <a:gd name="adj1" fmla="val 50000"/>
            </a:avLst>
          </a:prstGeom>
          <a:ln w="762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正方形/長方形 1077">
            <a:extLst>
              <a:ext uri="{FF2B5EF4-FFF2-40B4-BE49-F238E27FC236}">
                <a16:creationId xmlns:a16="http://schemas.microsoft.com/office/drawing/2014/main" id="{2EE42FF0-B94F-F9F2-1914-A732BACF2EE9}"/>
              </a:ext>
            </a:extLst>
          </p:cNvPr>
          <p:cNvSpPr/>
          <p:nvPr/>
        </p:nvSpPr>
        <p:spPr>
          <a:xfrm>
            <a:off x="1878763" y="1808763"/>
            <a:ext cx="279946" cy="241275"/>
          </a:xfrm>
          <a:prstGeom prst="rect">
            <a:avLst/>
          </a:prstGeom>
          <a:solidFill>
            <a:srgbClr val="E5E6E6"/>
          </a:solidFill>
          <a:ln w="95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vert="horz" rtlCol="0" anchor="ctr"/>
          <a:lstStyle/>
          <a:p>
            <a:pPr algn="ctr"/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9ACF9A4E-8D5A-211E-7A3F-121EF0D518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2079" y="1742169"/>
            <a:ext cx="1184513" cy="329656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6DA868C-B977-8A8A-38BE-711A9F4D5766}"/>
              </a:ext>
            </a:extLst>
          </p:cNvPr>
          <p:cNvCxnSpPr>
            <a:cxnSpLocks/>
          </p:cNvCxnSpPr>
          <p:nvPr/>
        </p:nvCxnSpPr>
        <p:spPr>
          <a:xfrm>
            <a:off x="6524923" y="1919271"/>
            <a:ext cx="518529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3CE2CD-E2A4-04B1-FE90-FD0C01E1F1C2}"/>
              </a:ext>
            </a:extLst>
          </p:cNvPr>
          <p:cNvSpPr txBox="1"/>
          <p:nvPr/>
        </p:nvSpPr>
        <p:spPr>
          <a:xfrm>
            <a:off x="6081685" y="2279253"/>
            <a:ext cx="503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：</a:t>
            </a:r>
            <a:endParaRPr kumimoji="1" lang="en-US" altLang="ja-JP" sz="1200" dirty="0"/>
          </a:p>
          <a:p>
            <a:r>
              <a:rPr kumimoji="1" lang="ja-JP" altLang="en-US" sz="1200" dirty="0"/>
              <a:t>：</a:t>
            </a:r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187B0621-9016-FC30-0F07-C605C82D47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88" y="3396793"/>
            <a:ext cx="1793160" cy="40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25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C091-F73C-FC7C-615B-53EAE083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EAFB8AFE-2993-6550-7253-CC7575E4B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718" y="1203306"/>
            <a:ext cx="8132264" cy="515143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C6A02CE-2EFF-8071-06ED-6526789D25CF}"/>
              </a:ext>
            </a:extLst>
          </p:cNvPr>
          <p:cNvSpPr>
            <a:spLocks noGrp="1"/>
          </p:cNvSpPr>
          <p:nvPr>
            <p:ph type="title" idx="10"/>
          </p:nvPr>
        </p:nvSpPr>
        <p:spPr/>
        <p:txBody>
          <a:bodyPr/>
          <a:lstStyle/>
          <a:p>
            <a:r>
              <a:rPr kumimoji="1" lang="ja-JP" altLang="en-US" dirty="0"/>
              <a:t>費用比較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21D2045-10B2-C9DE-07AD-71286B20B23D}"/>
              </a:ext>
            </a:extLst>
          </p:cNvPr>
          <p:cNvSpPr txBox="1"/>
          <p:nvPr/>
        </p:nvSpPr>
        <p:spPr>
          <a:xfrm>
            <a:off x="242391" y="895529"/>
            <a:ext cx="3543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■物理ケーブル追加＋機器設定作業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6B6E29-6634-BD14-4985-C43BBC98344A}"/>
              </a:ext>
            </a:extLst>
          </p:cNvPr>
          <p:cNvSpPr txBox="1"/>
          <p:nvPr/>
        </p:nvSpPr>
        <p:spPr>
          <a:xfrm>
            <a:off x="242391" y="3860227"/>
            <a:ext cx="29137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■既存ケーブル＋機器設定作業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9620421"/>
      </p:ext>
    </p:extLst>
  </p:cSld>
  <p:clrMapOvr>
    <a:masterClrMapping/>
  </p:clrMapOvr>
</p:sld>
</file>

<file path=ppt/theme/theme1.xml><?xml version="1.0" encoding="utf-8"?>
<a:theme xmlns:a="http://schemas.openxmlformats.org/drawingml/2006/main" name="ドットシンク">
  <a:themeElements>
    <a:clrScheme name="ドットシンク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2EA7E0"/>
      </a:accent1>
      <a:accent2>
        <a:srgbClr val="FF3F00"/>
      </a:accent2>
      <a:accent3>
        <a:srgbClr val="5B77E9"/>
      </a:accent3>
      <a:accent4>
        <a:srgbClr val="6A85EA"/>
      </a:accent4>
      <a:accent5>
        <a:srgbClr val="7CCA62"/>
      </a:accent5>
      <a:accent6>
        <a:srgbClr val="A5C249"/>
      </a:accent6>
      <a:hlink>
        <a:srgbClr val="2EA7E0"/>
      </a:hlink>
      <a:folHlink>
        <a:srgbClr val="2EA7E0"/>
      </a:folHlink>
    </a:clrScheme>
    <a:fontScheme name="Noto Sans JP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5E6E6"/>
        </a:solidFill>
        <a:ln w="9525">
          <a:solidFill>
            <a:schemeClr val="tx1">
              <a:lumMod val="65000"/>
              <a:lumOff val="35000"/>
            </a:schemeClr>
          </a:solidFill>
          <a:prstDash val="solid"/>
        </a:ln>
      </a:spPr>
      <a:bodyPr vert="horz" rtlCol="0" anchor="ctr"/>
      <a:lstStyle>
        <a:defPPr algn="ctr">
          <a:defRPr kumimoji="1"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rgbClr val="FFFFFF"/>
        </a:fontRef>
      </a:style>
    </a:spDef>
    <a:lnDef>
      <a:spPr>
        <a:ln w="12700">
          <a:solidFill>
            <a:schemeClr val="tx1">
              <a:lumMod val="65000"/>
              <a:lumOff val="35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200"/>
        </a:defPPr>
      </a:lstStyle>
    </a:txDef>
  </a:objectDefaults>
  <a:extraClrSchemeLst/>
  <a:extLst>
    <a:ext uri="{05A4C25C-085E-4340-85A3-A5531E510DB2}">
      <thm15:themeFamily xmlns:thm15="http://schemas.microsoft.com/office/thememl/2012/main" name="ドットシンク" id="{D7D521B2-A1D2-0142-B3B9-71B2FD6B9182}" vid="{1FEA557B-E726-EF44-9ECD-902785E8CD2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ドットシンク</Template>
  <TotalTime>2417</TotalTime>
  <Words>391</Words>
  <Application>Microsoft Office PowerPoint</Application>
  <PresentationFormat>ワイド画面</PresentationFormat>
  <Paragraphs>87</Paragraphs>
  <Slides>5</Slides>
  <Notes>1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Meiryo UI</vt:lpstr>
      <vt:lpstr>Noto Sans JP</vt:lpstr>
      <vt:lpstr>游ゴシック</vt:lpstr>
      <vt:lpstr>Arial</vt:lpstr>
      <vt:lpstr>Wingdings</vt:lpstr>
      <vt:lpstr>ドットシンク</vt:lpstr>
      <vt:lpstr>学生用・教員用 ネットワーク分割のご提案</vt:lpstr>
      <vt:lpstr>ご提案比較</vt:lpstr>
      <vt:lpstr>ご提案 学生用 ／ 職員用ネットワーク分離（物理LAN）</vt:lpstr>
      <vt:lpstr>ご提案 学生用 ／ 職員用ネットワーク分離（仮想LAN）</vt:lpstr>
      <vt:lpstr>費用比較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隆士 小野</dc:creator>
  <cp:lastModifiedBy>SHIMIZU Yutaka</cp:lastModifiedBy>
  <cp:revision>15</cp:revision>
  <cp:lastPrinted>2025-11-17T07:00:39Z</cp:lastPrinted>
  <dcterms:created xsi:type="dcterms:W3CDTF">2025-10-08T13:00:22Z</dcterms:created>
  <dcterms:modified xsi:type="dcterms:W3CDTF">2026-03-04T23:34:34Z</dcterms:modified>
</cp:coreProperties>
</file>